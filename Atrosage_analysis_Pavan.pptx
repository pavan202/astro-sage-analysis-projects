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8.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theme/themeOverride3.xml" ContentType="application/vnd.openxmlformats-officedocument.themeOverride+xml"/>
  <Override PartName="/ppt/notesSlides/notesSlide11.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2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7" r:id="rId19"/>
  </p:sldIdLst>
  <p:sldSz cx="9144000" cy="5143500" type="screen16x9"/>
  <p:notesSz cx="6858000" cy="9144000"/>
  <p:embeddedFontLst>
    <p:embeddedFont>
      <p:font typeface="Comfortaa" panose="020B0604020202020204" charset="0"/>
      <p:regular r:id="rId21"/>
      <p:bold r:id="rId22"/>
    </p:embeddedFont>
    <p:embeddedFont>
      <p:font typeface="Comfortaa Medium" panose="020B0604020202020204" charset="0"/>
      <p:regular r:id="rId23"/>
      <p:bold r:id="rId24"/>
    </p:embeddedFont>
    <p:embeddedFont>
      <p:font typeface="Lato" panose="020F0502020204030203" pitchFamily="34" charset="0"/>
      <p:regular r:id="rId25"/>
      <p:bold r:id="rId26"/>
      <p:italic r:id="rId27"/>
      <p:boldItalic r:id="rId28"/>
    </p:embeddedFont>
    <p:embeddedFont>
      <p:font typeface="Quantico" panose="020B0604020202020204" charset="0"/>
      <p:regular r:id="rId29"/>
      <p:bold r:id="rId30"/>
      <p:italic r:id="rId31"/>
      <p:boldItalic r:id="rId32"/>
    </p:embeddedFont>
    <p:embeddedFont>
      <p:font typeface="Trebuchet MS" panose="020B0603020202020204" pitchFamily="34" charset="0"/>
      <p:regular r:id="rId33"/>
      <p:bold r:id="rId34"/>
      <p:italic r:id="rId35"/>
      <p:boldItalic r:id="rId36"/>
    </p:embeddedFont>
    <p:embeddedFont>
      <p:font typeface="Wingdings 3" panose="05040102010807070707" pitchFamily="18" charset="2"/>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3APmJogSGUPVi2c7l8QqEdQmb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3CAF7B-94CB-42D5-8C3B-6923F17ADDF3}" v="42" dt="2025-12-02T09:55:45.9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customschemas.google.com/relationships/presentationmetadata" Target="meta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46"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an Kumar Reddy Pyla" userId="672636a55963e56c" providerId="LiveId" clId="{3B858C80-0489-489C-9E40-B81FF035852A}"/>
    <pc:docChg chg="undo custSel delSld modSld sldOrd">
      <pc:chgData name="Pavan Kumar Reddy Pyla" userId="672636a55963e56c" providerId="LiveId" clId="{3B858C80-0489-489C-9E40-B81FF035852A}" dt="2025-12-02T09:55:45.923" v="175" actId="14100"/>
      <pc:docMkLst>
        <pc:docMk/>
      </pc:docMkLst>
      <pc:sldChg chg="modSp mod">
        <pc:chgData name="Pavan Kumar Reddy Pyla" userId="672636a55963e56c" providerId="LiveId" clId="{3B858C80-0489-489C-9E40-B81FF035852A}" dt="2025-12-02T08:51:53.050" v="81" actId="20577"/>
        <pc:sldMkLst>
          <pc:docMk/>
          <pc:sldMk cId="0" sldId="259"/>
        </pc:sldMkLst>
        <pc:spChg chg="mod">
          <ac:chgData name="Pavan Kumar Reddy Pyla" userId="672636a55963e56c" providerId="LiveId" clId="{3B858C80-0489-489C-9E40-B81FF035852A}" dt="2025-12-01T14:26:24.453" v="50"/>
          <ac:spMkLst>
            <pc:docMk/>
            <pc:sldMk cId="0" sldId="259"/>
            <ac:spMk id="174" creationId="{00000000-0000-0000-0000-000000000000}"/>
          </ac:spMkLst>
        </pc:spChg>
        <pc:spChg chg="mod">
          <ac:chgData name="Pavan Kumar Reddy Pyla" userId="672636a55963e56c" providerId="LiveId" clId="{3B858C80-0489-489C-9E40-B81FF035852A}" dt="2025-12-02T08:51:53.050" v="81" actId="20577"/>
          <ac:spMkLst>
            <pc:docMk/>
            <pc:sldMk cId="0" sldId="259"/>
            <ac:spMk id="175" creationId="{00000000-0000-0000-0000-000000000000}"/>
          </ac:spMkLst>
        </pc:spChg>
      </pc:sldChg>
      <pc:sldChg chg="modSp mod">
        <pc:chgData name="Pavan Kumar Reddy Pyla" userId="672636a55963e56c" providerId="LiveId" clId="{3B858C80-0489-489C-9E40-B81FF035852A}" dt="2025-11-27T13:13:48.784" v="3" actId="1076"/>
        <pc:sldMkLst>
          <pc:docMk/>
          <pc:sldMk cId="0" sldId="260"/>
        </pc:sldMkLst>
        <pc:spChg chg="mod">
          <ac:chgData name="Pavan Kumar Reddy Pyla" userId="672636a55963e56c" providerId="LiveId" clId="{3B858C80-0489-489C-9E40-B81FF035852A}" dt="2025-11-27T13:13:42.436" v="2" actId="1076"/>
          <ac:spMkLst>
            <pc:docMk/>
            <pc:sldMk cId="0" sldId="260"/>
            <ac:spMk id="181" creationId="{00000000-0000-0000-0000-000000000000}"/>
          </ac:spMkLst>
        </pc:spChg>
        <pc:spChg chg="mod">
          <ac:chgData name="Pavan Kumar Reddy Pyla" userId="672636a55963e56c" providerId="LiveId" clId="{3B858C80-0489-489C-9E40-B81FF035852A}" dt="2025-11-27T13:13:48.784" v="3" actId="1076"/>
          <ac:spMkLst>
            <pc:docMk/>
            <pc:sldMk cId="0" sldId="260"/>
            <ac:spMk id="182" creationId="{00000000-0000-0000-0000-000000000000}"/>
          </ac:spMkLst>
        </pc:spChg>
      </pc:sldChg>
      <pc:sldChg chg="modSp mod">
        <pc:chgData name="Pavan Kumar Reddy Pyla" userId="672636a55963e56c" providerId="LiveId" clId="{3B858C80-0489-489C-9E40-B81FF035852A}" dt="2025-12-02T08:49:01.332" v="64" actId="14100"/>
        <pc:sldMkLst>
          <pc:docMk/>
          <pc:sldMk cId="0" sldId="261"/>
        </pc:sldMkLst>
        <pc:spChg chg="mod">
          <ac:chgData name="Pavan Kumar Reddy Pyla" userId="672636a55963e56c" providerId="LiveId" clId="{3B858C80-0489-489C-9E40-B81FF035852A}" dt="2025-12-02T08:49:01.332" v="64" actId="14100"/>
          <ac:spMkLst>
            <pc:docMk/>
            <pc:sldMk cId="0" sldId="261"/>
            <ac:spMk id="188" creationId="{00000000-0000-0000-0000-000000000000}"/>
          </ac:spMkLst>
        </pc:spChg>
        <pc:spChg chg="mod">
          <ac:chgData name="Pavan Kumar Reddy Pyla" userId="672636a55963e56c" providerId="LiveId" clId="{3B858C80-0489-489C-9E40-B81FF035852A}" dt="2025-11-27T13:14:04.816" v="4" actId="1076"/>
          <ac:spMkLst>
            <pc:docMk/>
            <pc:sldMk cId="0" sldId="261"/>
            <ac:spMk id="189" creationId="{00000000-0000-0000-0000-000000000000}"/>
          </ac:spMkLst>
        </pc:spChg>
        <pc:picChg chg="mod">
          <ac:chgData name="Pavan Kumar Reddy Pyla" userId="672636a55963e56c" providerId="LiveId" clId="{3B858C80-0489-489C-9E40-B81FF035852A}" dt="2025-11-27T13:14:19.981" v="6" actId="1076"/>
          <ac:picMkLst>
            <pc:docMk/>
            <pc:sldMk cId="0" sldId="261"/>
            <ac:picMk id="190" creationId="{00000000-0000-0000-0000-000000000000}"/>
          </ac:picMkLst>
        </pc:picChg>
      </pc:sldChg>
      <pc:sldChg chg="modSp mod">
        <pc:chgData name="Pavan Kumar Reddy Pyla" userId="672636a55963e56c" providerId="LiveId" clId="{3B858C80-0489-489C-9E40-B81FF035852A}" dt="2025-12-02T09:18:58.665" v="82" actId="1076"/>
        <pc:sldMkLst>
          <pc:docMk/>
          <pc:sldMk cId="0" sldId="262"/>
        </pc:sldMkLst>
        <pc:spChg chg="mod">
          <ac:chgData name="Pavan Kumar Reddy Pyla" userId="672636a55963e56c" providerId="LiveId" clId="{3B858C80-0489-489C-9E40-B81FF035852A}" dt="2025-12-02T09:18:58.665" v="82" actId="1076"/>
          <ac:spMkLst>
            <pc:docMk/>
            <pc:sldMk cId="0" sldId="262"/>
            <ac:spMk id="197" creationId="{00000000-0000-0000-0000-000000000000}"/>
          </ac:spMkLst>
        </pc:spChg>
      </pc:sldChg>
      <pc:sldChg chg="addSp modSp mod">
        <pc:chgData name="Pavan Kumar Reddy Pyla" userId="672636a55963e56c" providerId="LiveId" clId="{3B858C80-0489-489C-9E40-B81FF035852A}" dt="2025-12-02T09:49:53.629" v="143" actId="2711"/>
        <pc:sldMkLst>
          <pc:docMk/>
          <pc:sldMk cId="0" sldId="263"/>
        </pc:sldMkLst>
        <pc:spChg chg="add mod">
          <ac:chgData name="Pavan Kumar Reddy Pyla" userId="672636a55963e56c" providerId="LiveId" clId="{3B858C80-0489-489C-9E40-B81FF035852A}" dt="2025-12-02T09:49:53.629" v="143" actId="2711"/>
          <ac:spMkLst>
            <pc:docMk/>
            <pc:sldMk cId="0" sldId="263"/>
            <ac:spMk id="2" creationId="{96BE729F-D837-8B42-BC6E-EC3569A75765}"/>
          </ac:spMkLst>
        </pc:spChg>
        <pc:spChg chg="mod">
          <ac:chgData name="Pavan Kumar Reddy Pyla" userId="672636a55963e56c" providerId="LiveId" clId="{3B858C80-0489-489C-9E40-B81FF035852A}" dt="2025-12-02T08:49:53.732" v="66" actId="1076"/>
          <ac:spMkLst>
            <pc:docMk/>
            <pc:sldMk cId="0" sldId="263"/>
            <ac:spMk id="203" creationId="{00000000-0000-0000-0000-000000000000}"/>
          </ac:spMkLst>
        </pc:spChg>
        <pc:graphicFrameChg chg="mod">
          <ac:chgData name="Pavan Kumar Reddy Pyla" userId="672636a55963e56c" providerId="LiveId" clId="{3B858C80-0489-489C-9E40-B81FF035852A}" dt="2025-12-02T09:47:45.960" v="138" actId="1076"/>
          <ac:graphicFrameMkLst>
            <pc:docMk/>
            <pc:sldMk cId="0" sldId="263"/>
            <ac:graphicFrameMk id="6" creationId="{00000000-0008-0000-0000-000030000000}"/>
          </ac:graphicFrameMkLst>
        </pc:graphicFrameChg>
      </pc:sldChg>
      <pc:sldChg chg="addSp modSp mod">
        <pc:chgData name="Pavan Kumar Reddy Pyla" userId="672636a55963e56c" providerId="LiveId" clId="{3B858C80-0489-489C-9E40-B81FF035852A}" dt="2025-12-02T09:53:33.662" v="160" actId="5793"/>
        <pc:sldMkLst>
          <pc:docMk/>
          <pc:sldMk cId="0" sldId="264"/>
        </pc:sldMkLst>
        <pc:spChg chg="add mod">
          <ac:chgData name="Pavan Kumar Reddy Pyla" userId="672636a55963e56c" providerId="LiveId" clId="{3B858C80-0489-489C-9E40-B81FF035852A}" dt="2025-12-02T09:53:33.662" v="160" actId="5793"/>
          <ac:spMkLst>
            <pc:docMk/>
            <pc:sldMk cId="0" sldId="264"/>
            <ac:spMk id="2" creationId="{07DD0B5C-35A2-AF7A-9507-F0FABF737213}"/>
          </ac:spMkLst>
        </pc:spChg>
        <pc:spChg chg="mod">
          <ac:chgData name="Pavan Kumar Reddy Pyla" userId="672636a55963e56c" providerId="LiveId" clId="{3B858C80-0489-489C-9E40-B81FF035852A}" dt="2025-12-02T08:50:15.849" v="70" actId="1076"/>
          <ac:spMkLst>
            <pc:docMk/>
            <pc:sldMk cId="0" sldId="264"/>
            <ac:spMk id="210" creationId="{00000000-0000-0000-0000-000000000000}"/>
          </ac:spMkLst>
        </pc:spChg>
      </pc:sldChg>
      <pc:sldChg chg="addSp delSp modSp mod">
        <pc:chgData name="Pavan Kumar Reddy Pyla" userId="672636a55963e56c" providerId="LiveId" clId="{3B858C80-0489-489C-9E40-B81FF035852A}" dt="2025-12-02T09:50:29.120" v="148" actId="1076"/>
        <pc:sldMkLst>
          <pc:docMk/>
          <pc:sldMk cId="0" sldId="265"/>
        </pc:sldMkLst>
        <pc:spChg chg="add">
          <ac:chgData name="Pavan Kumar Reddy Pyla" userId="672636a55963e56c" providerId="LiveId" clId="{3B858C80-0489-489C-9E40-B81FF035852A}" dt="2025-12-02T09:37:58.064" v="84"/>
          <ac:spMkLst>
            <pc:docMk/>
            <pc:sldMk cId="0" sldId="265"/>
            <ac:spMk id="2" creationId="{0E6693DE-CAC5-0E29-D4CF-2264B8C191B2}"/>
          </ac:spMkLst>
        </pc:spChg>
        <pc:spChg chg="add">
          <ac:chgData name="Pavan Kumar Reddy Pyla" userId="672636a55963e56c" providerId="LiveId" clId="{3B858C80-0489-489C-9E40-B81FF035852A}" dt="2025-12-02T09:38:18.666" v="87"/>
          <ac:spMkLst>
            <pc:docMk/>
            <pc:sldMk cId="0" sldId="265"/>
            <ac:spMk id="3" creationId="{09260985-1C6C-F8BF-8AAE-FCE0B2081DCC}"/>
          </ac:spMkLst>
        </pc:spChg>
        <pc:spChg chg="add del mod">
          <ac:chgData name="Pavan Kumar Reddy Pyla" userId="672636a55963e56c" providerId="LiveId" clId="{3B858C80-0489-489C-9E40-B81FF035852A}" dt="2025-12-02T09:39:15.659" v="96" actId="47"/>
          <ac:spMkLst>
            <pc:docMk/>
            <pc:sldMk cId="0" sldId="265"/>
            <ac:spMk id="4" creationId="{4F72E82F-B116-B9DA-7D69-6499BAB13EA2}"/>
          </ac:spMkLst>
        </pc:spChg>
        <pc:spChg chg="add">
          <ac:chgData name="Pavan Kumar Reddy Pyla" userId="672636a55963e56c" providerId="LiveId" clId="{3B858C80-0489-489C-9E40-B81FF035852A}" dt="2025-12-02T09:38:52.630" v="91"/>
          <ac:spMkLst>
            <pc:docMk/>
            <pc:sldMk cId="0" sldId="265"/>
            <ac:spMk id="6" creationId="{0FBBB69F-FC3C-7221-2853-CBEE656A7B85}"/>
          </ac:spMkLst>
        </pc:spChg>
        <pc:spChg chg="add mod">
          <ac:chgData name="Pavan Kumar Reddy Pyla" userId="672636a55963e56c" providerId="LiveId" clId="{3B858C80-0489-489C-9E40-B81FF035852A}" dt="2025-12-02T09:50:29.120" v="148" actId="1076"/>
          <ac:spMkLst>
            <pc:docMk/>
            <pc:sldMk cId="0" sldId="265"/>
            <ac:spMk id="7" creationId="{09275A20-488C-B05C-0F10-2AB659BABACF}"/>
          </ac:spMkLst>
        </pc:spChg>
        <pc:spChg chg="mod">
          <ac:chgData name="Pavan Kumar Reddy Pyla" userId="672636a55963e56c" providerId="LiveId" clId="{3B858C80-0489-489C-9E40-B81FF035852A}" dt="2025-12-02T09:38:11.082" v="86" actId="20577"/>
          <ac:spMkLst>
            <pc:docMk/>
            <pc:sldMk cId="0" sldId="265"/>
            <ac:spMk id="217" creationId="{00000000-0000-0000-0000-000000000000}"/>
          </ac:spMkLst>
        </pc:spChg>
      </pc:sldChg>
      <pc:sldChg chg="addSp delSp modSp mod">
        <pc:chgData name="Pavan Kumar Reddy Pyla" userId="672636a55963e56c" providerId="LiveId" clId="{3B858C80-0489-489C-9E40-B81FF035852A}" dt="2025-12-02T09:55:45.923" v="175" actId="14100"/>
        <pc:sldMkLst>
          <pc:docMk/>
          <pc:sldMk cId="0" sldId="266"/>
        </pc:sldMkLst>
        <pc:spChg chg="add del mod">
          <ac:chgData name="Pavan Kumar Reddy Pyla" userId="672636a55963e56c" providerId="LiveId" clId="{3B858C80-0489-489C-9E40-B81FF035852A}" dt="2025-12-02T09:55:45.923" v="175" actId="14100"/>
          <ac:spMkLst>
            <pc:docMk/>
            <pc:sldMk cId="0" sldId="266"/>
            <ac:spMk id="2" creationId="{37D718E6-0F27-173B-2AAB-12C205C13C3B}"/>
          </ac:spMkLst>
        </pc:spChg>
        <pc:spChg chg="mod">
          <ac:chgData name="Pavan Kumar Reddy Pyla" userId="672636a55963e56c" providerId="LiveId" clId="{3B858C80-0489-489C-9E40-B81FF035852A}" dt="2025-12-02T09:54:58.110" v="165" actId="1076"/>
          <ac:spMkLst>
            <pc:docMk/>
            <pc:sldMk cId="0" sldId="266"/>
            <ac:spMk id="224" creationId="{00000000-0000-0000-0000-000000000000}"/>
          </ac:spMkLst>
        </pc:spChg>
        <pc:graphicFrameChg chg="mod">
          <ac:chgData name="Pavan Kumar Reddy Pyla" userId="672636a55963e56c" providerId="LiveId" clId="{3B858C80-0489-489C-9E40-B81FF035852A}" dt="2025-12-02T09:54:54.165" v="164" actId="1076"/>
          <ac:graphicFrameMkLst>
            <pc:docMk/>
            <pc:sldMk cId="0" sldId="266"/>
            <ac:graphicFrameMk id="6" creationId="{00000000-0008-0000-0000-00001C000000}"/>
          </ac:graphicFrameMkLst>
        </pc:graphicFrameChg>
      </pc:sldChg>
      <pc:sldChg chg="addSp delSp modSp mod">
        <pc:chgData name="Pavan Kumar Reddy Pyla" userId="672636a55963e56c" providerId="LiveId" clId="{3B858C80-0489-489C-9E40-B81FF035852A}" dt="2025-12-02T08:50:41.139" v="72" actId="1076"/>
        <pc:sldMkLst>
          <pc:docMk/>
          <pc:sldMk cId="0" sldId="267"/>
        </pc:sldMkLst>
        <pc:spChg chg="mod">
          <ac:chgData name="Pavan Kumar Reddy Pyla" userId="672636a55963e56c" providerId="LiveId" clId="{3B858C80-0489-489C-9E40-B81FF035852A}" dt="2025-11-27T13:14:59.033" v="8" actId="1076"/>
          <ac:spMkLst>
            <pc:docMk/>
            <pc:sldMk cId="0" sldId="267"/>
            <ac:spMk id="230" creationId="{00000000-0000-0000-0000-000000000000}"/>
          </ac:spMkLst>
        </pc:spChg>
        <pc:spChg chg="mod">
          <ac:chgData name="Pavan Kumar Reddy Pyla" userId="672636a55963e56c" providerId="LiveId" clId="{3B858C80-0489-489C-9E40-B81FF035852A}" dt="2025-12-02T08:50:41.139" v="72" actId="1076"/>
          <ac:spMkLst>
            <pc:docMk/>
            <pc:sldMk cId="0" sldId="267"/>
            <ac:spMk id="231" creationId="{00000000-0000-0000-0000-000000000000}"/>
          </ac:spMkLst>
        </pc:spChg>
        <pc:graphicFrameChg chg="mod">
          <ac:chgData name="Pavan Kumar Reddy Pyla" userId="672636a55963e56c" providerId="LiveId" clId="{3B858C80-0489-489C-9E40-B81FF035852A}" dt="2025-12-02T08:50:32.970" v="71" actId="1076"/>
          <ac:graphicFrameMkLst>
            <pc:docMk/>
            <pc:sldMk cId="0" sldId="267"/>
            <ac:graphicFrameMk id="232" creationId="{00000000-0000-0000-0000-000000000000}"/>
          </ac:graphicFrameMkLst>
        </pc:graphicFrameChg>
      </pc:sldChg>
      <pc:sldChg chg="modSp mod">
        <pc:chgData name="Pavan Kumar Reddy Pyla" userId="672636a55963e56c" providerId="LiveId" clId="{3B858C80-0489-489C-9E40-B81FF035852A}" dt="2025-12-02T08:51:03.465" v="74" actId="1076"/>
        <pc:sldMkLst>
          <pc:docMk/>
          <pc:sldMk cId="0" sldId="268"/>
        </pc:sldMkLst>
        <pc:spChg chg="mod">
          <ac:chgData name="Pavan Kumar Reddy Pyla" userId="672636a55963e56c" providerId="LiveId" clId="{3B858C80-0489-489C-9E40-B81FF035852A}" dt="2025-12-02T08:51:03.465" v="74" actId="1076"/>
          <ac:spMkLst>
            <pc:docMk/>
            <pc:sldMk cId="0" sldId="268"/>
            <ac:spMk id="238" creationId="{00000000-0000-0000-0000-000000000000}"/>
          </ac:spMkLst>
        </pc:spChg>
      </pc:sldChg>
      <pc:sldChg chg="modSp mod ord">
        <pc:chgData name="Pavan Kumar Reddy Pyla" userId="672636a55963e56c" providerId="LiveId" clId="{3B858C80-0489-489C-9E40-B81FF035852A}" dt="2025-11-27T13:17:17.660" v="24" actId="1076"/>
        <pc:sldMkLst>
          <pc:docMk/>
          <pc:sldMk cId="0" sldId="269"/>
        </pc:sldMkLst>
        <pc:spChg chg="mod">
          <ac:chgData name="Pavan Kumar Reddy Pyla" userId="672636a55963e56c" providerId="LiveId" clId="{3B858C80-0489-489C-9E40-B81FF035852A}" dt="2025-11-27T13:17:17.660" v="24" actId="1076"/>
          <ac:spMkLst>
            <pc:docMk/>
            <pc:sldMk cId="0" sldId="269"/>
            <ac:spMk id="244" creationId="{00000000-0000-0000-0000-000000000000}"/>
          </ac:spMkLst>
        </pc:spChg>
        <pc:spChg chg="mod">
          <ac:chgData name="Pavan Kumar Reddy Pyla" userId="672636a55963e56c" providerId="LiveId" clId="{3B858C80-0489-489C-9E40-B81FF035852A}" dt="2025-11-27T13:17:13.621" v="23" actId="1076"/>
          <ac:spMkLst>
            <pc:docMk/>
            <pc:sldMk cId="0" sldId="269"/>
            <ac:spMk id="245" creationId="{00000000-0000-0000-0000-000000000000}"/>
          </ac:spMkLst>
        </pc:spChg>
        <pc:picChg chg="mod">
          <ac:chgData name="Pavan Kumar Reddy Pyla" userId="672636a55963e56c" providerId="LiveId" clId="{3B858C80-0489-489C-9E40-B81FF035852A}" dt="2025-11-27T13:15:12.854" v="9" actId="1076"/>
          <ac:picMkLst>
            <pc:docMk/>
            <pc:sldMk cId="0" sldId="269"/>
            <ac:picMk id="246" creationId="{00000000-0000-0000-0000-000000000000}"/>
          </ac:picMkLst>
        </pc:picChg>
      </pc:sldChg>
      <pc:sldChg chg="modSp mod">
        <pc:chgData name="Pavan Kumar Reddy Pyla" userId="672636a55963e56c" providerId="LiveId" clId="{3B858C80-0489-489C-9E40-B81FF035852A}" dt="2025-11-27T13:17:35.903" v="30" actId="1076"/>
        <pc:sldMkLst>
          <pc:docMk/>
          <pc:sldMk cId="0" sldId="270"/>
        </pc:sldMkLst>
        <pc:spChg chg="mod">
          <ac:chgData name="Pavan Kumar Reddy Pyla" userId="672636a55963e56c" providerId="LiveId" clId="{3B858C80-0489-489C-9E40-B81FF035852A}" dt="2025-11-27T13:17:32.034" v="29" actId="1076"/>
          <ac:spMkLst>
            <pc:docMk/>
            <pc:sldMk cId="0" sldId="270"/>
            <ac:spMk id="251" creationId="{00000000-0000-0000-0000-000000000000}"/>
          </ac:spMkLst>
        </pc:spChg>
        <pc:spChg chg="mod">
          <ac:chgData name="Pavan Kumar Reddy Pyla" userId="672636a55963e56c" providerId="LiveId" clId="{3B858C80-0489-489C-9E40-B81FF035852A}" dt="2025-11-27T13:17:35.903" v="30" actId="1076"/>
          <ac:spMkLst>
            <pc:docMk/>
            <pc:sldMk cId="0" sldId="270"/>
            <ac:spMk id="252" creationId="{00000000-0000-0000-0000-000000000000}"/>
          </ac:spMkLst>
        </pc:spChg>
        <pc:picChg chg="mod">
          <ac:chgData name="Pavan Kumar Reddy Pyla" userId="672636a55963e56c" providerId="LiveId" clId="{3B858C80-0489-489C-9E40-B81FF035852A}" dt="2025-11-27T13:15:34.438" v="11" actId="14100"/>
          <ac:picMkLst>
            <pc:docMk/>
            <pc:sldMk cId="0" sldId="270"/>
            <ac:picMk id="253" creationId="{00000000-0000-0000-0000-000000000000}"/>
          </ac:picMkLst>
        </pc:picChg>
      </pc:sldChg>
      <pc:sldChg chg="addSp delSp mod">
        <pc:chgData name="Pavan Kumar Reddy Pyla" userId="672636a55963e56c" providerId="LiveId" clId="{3B858C80-0489-489C-9E40-B81FF035852A}" dt="2025-12-02T09:45:38.053" v="128" actId="22"/>
        <pc:sldMkLst>
          <pc:docMk/>
          <pc:sldMk cId="0" sldId="272"/>
        </pc:sldMkLst>
        <pc:picChg chg="add del">
          <ac:chgData name="Pavan Kumar Reddy Pyla" userId="672636a55963e56c" providerId="LiveId" clId="{3B858C80-0489-489C-9E40-B81FF035852A}" dt="2025-12-02T09:44:34.625" v="127" actId="478"/>
          <ac:picMkLst>
            <pc:docMk/>
            <pc:sldMk cId="0" sldId="272"/>
            <ac:picMk id="3" creationId="{296CD71C-4981-472D-578E-09BA12BB34BF}"/>
          </ac:picMkLst>
        </pc:picChg>
        <pc:picChg chg="add">
          <ac:chgData name="Pavan Kumar Reddy Pyla" userId="672636a55963e56c" providerId="LiveId" clId="{3B858C80-0489-489C-9E40-B81FF035852A}" dt="2025-12-02T09:45:38.053" v="128" actId="22"/>
          <ac:picMkLst>
            <pc:docMk/>
            <pc:sldMk cId="0" sldId="272"/>
            <ac:picMk id="4" creationId="{9F57BA29-99E8-A1C0-8D73-CCB65E278A53}"/>
          </ac:picMkLst>
        </pc:picChg>
        <pc:picChg chg="add del">
          <ac:chgData name="Pavan Kumar Reddy Pyla" userId="672636a55963e56c" providerId="LiveId" clId="{3B858C80-0489-489C-9E40-B81FF035852A}" dt="2025-12-01T14:24:51.953" v="48" actId="478"/>
          <ac:picMkLst>
            <pc:docMk/>
            <pc:sldMk cId="0" sldId="272"/>
            <ac:picMk id="5" creationId="{61EF8AB8-90B5-A028-513E-C5E41FE2123C}"/>
          </ac:picMkLst>
        </pc:pic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embeddings/oleObject2.bin"/></Relationships>
</file>

<file path=ppt/charts/_rels/chart3.xml.rels><?xml version="1.0" encoding="UTF-8" standalone="yes"?>
<Relationships xmlns="http://schemas.openxmlformats.org/package/2006/relationships"><Relationship Id="rId1" Type="http://schemas.openxmlformats.org/officeDocument/2006/relationships/oleObject" Target="file:///C:\Users\91738\Desktop\NS%20excel%20project\Atrosage_analysis_Vikas\v3\AstroSage_analysis_vikas.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C:\Users\91738\Desktop\NS%20excel%20project\Atrosage_analysis_Vikas\v3\AstroSage_analysis_vikas.xlsx" TargetMode="External"/><Relationship Id="rId1" Type="http://schemas.openxmlformats.org/officeDocument/2006/relationships/themeOverride" Target="../theme/themeOverrid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91738\Desktop\NS%20excel%20project\Atrosage_analysis_Vikas\AstroSage_analysis_vikas.xlsx" TargetMode="External"/><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3" Type="http://schemas.openxmlformats.org/officeDocument/2006/relationships/oleObject" Target="file:///C:\Users\91738\Desktop\NS%20excel%20project\Atrosage_analysis_Vikas\AstroSage_analysis_vika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[AstroSage_analysis_vikas.xlsx]Pivots!salesByCatagory</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ysClr val="windowText" lastClr="000000"/>
                </a:solidFill>
              </a:rPr>
              <a:t>Productwise Revenue</a:t>
            </a:r>
          </a:p>
        </c:rich>
      </c:tx>
      <c:layout>
        <c:manualLayout>
          <c:xMode val="edge"/>
          <c:yMode val="edge"/>
          <c:x val="0.22904699591634139"/>
          <c:y val="2.3967072639101809E-2"/>
        </c:manualLayout>
      </c:layout>
      <c:overlay val="0"/>
      <c:spPr>
        <a:noFill/>
        <a:ln>
          <a:noFill/>
        </a:ln>
        <a:effectLst/>
      </c:spPr>
    </c:title>
    <c:autoTitleDeleted val="0"/>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7"/>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8"/>
        <c:spPr>
          <a:solidFill>
            <a:schemeClr val="bg2">
              <a:lumMod val="50000"/>
            </a:schemeClr>
          </a:solidFill>
          <a:ln w="19050">
            <a:solidFill>
              <a:schemeClr val="lt1"/>
            </a:solidFill>
          </a:ln>
          <a:effectLst/>
        </c:spPr>
      </c:pivotFmt>
      <c:pivotFmt>
        <c:idx val="9"/>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0"/>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1"/>
        <c:spPr>
          <a:solidFill>
            <a:schemeClr val="accent1"/>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2"/>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3"/>
        <c:spPr>
          <a:solidFill>
            <a:schemeClr val="bg2">
              <a:lumMod val="50000"/>
            </a:schemeClr>
          </a:solidFill>
          <a:ln w="19050">
            <a:solidFill>
              <a:schemeClr val="lt1"/>
            </a:solidFill>
          </a:ln>
          <a:effectLst/>
        </c:spPr>
      </c:pivotFmt>
      <c:pivotFmt>
        <c:idx val="14"/>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5"/>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6"/>
        <c:spPr>
          <a:solidFill>
            <a:schemeClr val="accent1"/>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7"/>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8"/>
        <c:spPr>
          <a:solidFill>
            <a:schemeClr val="bg2">
              <a:lumMod val="50000"/>
            </a:schemeClr>
          </a:solidFill>
          <a:ln w="19050">
            <a:solidFill>
              <a:schemeClr val="lt1"/>
            </a:solidFill>
          </a:ln>
          <a:effectLst/>
        </c:spPr>
      </c:pivotFmt>
      <c:pivotFmt>
        <c:idx val="19"/>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20"/>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21"/>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2"/>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3"/>
        <c:spPr>
          <a:solidFill>
            <a:schemeClr val="bg2">
              <a:lumMod val="50000"/>
            </a:schemeClr>
          </a:solidFill>
          <a:ln w="19050">
            <a:solidFill>
              <a:schemeClr val="lt1"/>
            </a:solidFill>
          </a:ln>
          <a:effectLst/>
        </c:spPr>
      </c:pivotFmt>
      <c:pivotFmt>
        <c:idx val="24"/>
        <c:spPr>
          <a:solidFill>
            <a:schemeClr val="accent3"/>
          </a:solidFill>
          <a:ln w="19050">
            <a:solidFill>
              <a:schemeClr val="lt1"/>
            </a:solidFill>
          </a:ln>
          <a:effectLst/>
        </c:spPr>
        <c:dLbl>
          <c:idx val="0"/>
          <c:delete val="1"/>
          <c:extLst>
            <c:ext xmlns:c15="http://schemas.microsoft.com/office/drawing/2012/chart" uri="{CE6537A1-D6FC-4f65-9D91-7224C49458BB}"/>
          </c:extLst>
        </c:dLbl>
      </c:pivotFmt>
      <c:pivotFmt>
        <c:idx val="25"/>
        <c:spPr>
          <a:solidFill>
            <a:schemeClr val="accent4"/>
          </a:solidFill>
          <a:ln w="19050">
            <a:solidFill>
              <a:schemeClr val="lt1"/>
            </a:solidFill>
          </a:ln>
          <a:effectLst/>
        </c:spPr>
        <c:dLbl>
          <c:idx val="0"/>
          <c:delete val="1"/>
          <c:extLst>
            <c:ext xmlns:c15="http://schemas.microsoft.com/office/drawing/2012/chart" uri="{CE6537A1-D6FC-4f65-9D91-7224C49458BB}"/>
          </c:extLst>
        </c:dLbl>
      </c:pivotFmt>
      <c:pivotFmt>
        <c:idx val="26"/>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7"/>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8"/>
        <c:spPr>
          <a:solidFill>
            <a:schemeClr val="bg2">
              <a:lumMod val="50000"/>
            </a:schemeClr>
          </a:solidFill>
          <a:ln w="19050">
            <a:solidFill>
              <a:schemeClr val="lt1"/>
            </a:solidFill>
          </a:ln>
          <a:effectLst/>
        </c:spPr>
      </c:pivotFmt>
      <c:pivotFmt>
        <c:idx val="29"/>
        <c:spPr>
          <a:solidFill>
            <a:schemeClr val="accent3"/>
          </a:solidFill>
          <a:ln w="19050">
            <a:solidFill>
              <a:schemeClr val="lt1"/>
            </a:solidFill>
          </a:ln>
          <a:effectLst/>
        </c:spPr>
        <c:dLbl>
          <c:idx val="0"/>
          <c:delete val="1"/>
          <c:extLst>
            <c:ext xmlns:c15="http://schemas.microsoft.com/office/drawing/2012/chart" uri="{CE6537A1-D6FC-4f65-9D91-7224C49458BB}"/>
          </c:extLst>
        </c:dLbl>
      </c:pivotFmt>
      <c:pivotFmt>
        <c:idx val="30"/>
        <c:spPr>
          <a:solidFill>
            <a:schemeClr val="accent4"/>
          </a:solidFill>
          <a:ln w="19050">
            <a:solidFill>
              <a:schemeClr val="lt1"/>
            </a:solidFill>
          </a:ln>
          <a:effectLst/>
        </c:spPr>
        <c:dLbl>
          <c:idx val="0"/>
          <c:delete val="1"/>
          <c:extLst>
            <c:ext xmlns:c15="http://schemas.microsoft.com/office/drawing/2012/chart" uri="{CE6537A1-D6FC-4f65-9D91-7224C49458BB}"/>
          </c:extLst>
        </c:dLbl>
      </c:pivotFmt>
      <c:pivotFmt>
        <c:idx val="31"/>
        <c:spPr>
          <a:solidFill>
            <a:schemeClr val="accent1">
              <a:lumMod val="75000"/>
            </a:schemeClr>
          </a:solidFill>
        </c:spPr>
        <c:dLbl>
          <c:idx val="0"/>
          <c:layout>
            <c:manualLayout>
              <c:x val="-7.2458994201656066E-2"/>
              <c:y val="-0.12046423884514443"/>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2"/>
        <c:dLbl>
          <c:idx val="0"/>
          <c:delete val="1"/>
          <c:extLst>
            <c:ext xmlns:c15="http://schemas.microsoft.com/office/drawing/2012/chart" uri="{CE6537A1-D6FC-4f65-9D91-7224C49458BB}"/>
          </c:extLst>
        </c:dLbl>
      </c:pivotFmt>
      <c:pivotFmt>
        <c:idx val="33"/>
        <c:dLbl>
          <c:idx val="0"/>
          <c:delete val="1"/>
          <c:extLst>
            <c:ext xmlns:c15="http://schemas.microsoft.com/office/drawing/2012/chart" uri="{CE6537A1-D6FC-4f65-9D91-7224C49458BB}"/>
          </c:extLst>
        </c:dLbl>
      </c:pivotFmt>
      <c:pivotFmt>
        <c:idx val="34"/>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5"/>
        <c:spPr>
          <a:solidFill>
            <a:schemeClr val="tx2">
              <a:lumMod val="50000"/>
              <a:lumOff val="50000"/>
            </a:schemeClr>
          </a:solidFill>
        </c:spPr>
        <c:dLbl>
          <c:idx val="0"/>
          <c:layout>
            <c:manualLayout>
              <c:x val="9.5510983763132759E-2"/>
              <c:y val="0.13392857142857142"/>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6"/>
        <c:dLbl>
          <c:idx val="0"/>
          <c:layout>
            <c:manualLayout>
              <c:x val="-4.7755491881566383E-3"/>
              <c:y val="7.8634276993532568E-3"/>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37"/>
        <c:spPr>
          <a:solidFill>
            <a:schemeClr val="accent1">
              <a:lumMod val="75000"/>
            </a:schemeClr>
          </a:solidFill>
        </c:spPr>
        <c:dLbl>
          <c:idx val="0"/>
          <c:layout>
            <c:manualLayout>
              <c:x val="-1.9927953131933008E-2"/>
              <c:y val="8.6753689170084879E-5"/>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38"/>
        <c:spPr>
          <a:solidFill>
            <a:schemeClr val="bg1">
              <a:lumMod val="50000"/>
            </a:schemeClr>
          </a:solidFill>
        </c:spPr>
        <c:marker>
          <c:symbol val="none"/>
        </c:marker>
        <c:dLbl>
          <c:idx val="0"/>
          <c:delete val="1"/>
          <c:extLst>
            <c:ext xmlns:c15="http://schemas.microsoft.com/office/drawing/2012/chart" uri="{CE6537A1-D6FC-4f65-9D91-7224C49458BB}"/>
          </c:extLst>
        </c:dLbl>
      </c:pivotFmt>
      <c:pivotFmt>
        <c:idx val="39"/>
        <c:dLbl>
          <c:idx val="0"/>
          <c:layout>
            <c:manualLayout>
              <c:x val="-8.1993219798669068E-2"/>
              <c:y val="-0.16952334932104338"/>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0"/>
        <c:dLbl>
          <c:idx val="0"/>
          <c:layout>
            <c:manualLayout>
              <c:x val="0.10980685673986447"/>
              <c:y val="0.17747329429183509"/>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1"/>
        <c:spPr>
          <a:solidFill>
            <a:schemeClr val="bg1">
              <a:lumMod val="50000"/>
            </a:schemeClr>
          </a:solidFill>
        </c:spPr>
        <c:marker>
          <c:symbol val="none"/>
        </c:marker>
        <c:dLbl>
          <c:idx val="0"/>
          <c:delete val="1"/>
          <c:extLst>
            <c:ext xmlns:c15="http://schemas.microsoft.com/office/drawing/2012/chart" uri="{CE6537A1-D6FC-4f65-9D91-7224C49458BB}"/>
          </c:extLst>
        </c:dLbl>
      </c:pivotFmt>
      <c:pivotFmt>
        <c:idx val="42"/>
        <c:spPr>
          <a:solidFill>
            <a:schemeClr val="accent1">
              <a:lumMod val="75000"/>
            </a:schemeClr>
          </a:solidFill>
        </c:spPr>
        <c:dLbl>
          <c:idx val="0"/>
          <c:layout>
            <c:manualLayout>
              <c:x val="-8.1993219798669068E-2"/>
              <c:y val="-0.16952334932104338"/>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3"/>
        <c:dLbl>
          <c:idx val="0"/>
          <c:layout>
            <c:manualLayout>
              <c:x val="0.10980685673986447"/>
              <c:y val="0.17747329429183509"/>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4"/>
        <c:spPr>
          <a:solidFill>
            <a:schemeClr val="bg1">
              <a:lumMod val="50000"/>
            </a:schemeClr>
          </a:solidFill>
        </c:spPr>
        <c:marker>
          <c:symbol val="none"/>
        </c:marker>
        <c:dLbl>
          <c:idx val="0"/>
          <c:delete val="1"/>
          <c:extLst>
            <c:ext xmlns:c15="http://schemas.microsoft.com/office/drawing/2012/chart" uri="{CE6537A1-D6FC-4f65-9D91-7224C49458BB}"/>
          </c:extLst>
        </c:dLbl>
      </c:pivotFmt>
      <c:pivotFmt>
        <c:idx val="45"/>
        <c:spPr>
          <a:solidFill>
            <a:schemeClr val="accent1">
              <a:lumMod val="75000"/>
            </a:schemeClr>
          </a:solidFill>
        </c:spPr>
        <c:dLbl>
          <c:idx val="0"/>
          <c:layout>
            <c:manualLayout>
              <c:x val="-8.1993219798669068E-2"/>
              <c:y val="-0.16952334932104338"/>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6"/>
        <c:dLbl>
          <c:idx val="0"/>
          <c:layout>
            <c:manualLayout>
              <c:x val="0.10980685673986447"/>
              <c:y val="0.17747329429183509"/>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6.8587415111792976E-2"/>
          <c:y val="0.17924107142857143"/>
          <c:w val="0.57606981981981986"/>
          <c:h val="0.76123511904761909"/>
        </c:manualLayout>
      </c:layout>
      <c:pieChart>
        <c:varyColors val="1"/>
        <c:ser>
          <c:idx val="0"/>
          <c:order val="0"/>
          <c:tx>
            <c:strRef>
              <c:f>Pivots!$U$17</c:f>
              <c:strCache>
                <c:ptCount val="1"/>
                <c:pt idx="0">
                  <c:v>Total</c:v>
                </c:pt>
              </c:strCache>
            </c:strRef>
          </c:tx>
          <c:spPr>
            <a:solidFill>
              <a:schemeClr val="bg1">
                <a:lumMod val="50000"/>
              </a:schemeClr>
            </a:solidFill>
          </c:spPr>
          <c:dPt>
            <c:idx val="0"/>
            <c:bubble3D val="0"/>
            <c:spPr>
              <a:solidFill>
                <a:schemeClr val="accent1">
                  <a:lumMod val="75000"/>
                </a:schemeClr>
              </a:solidFill>
            </c:spPr>
            <c:extLst>
              <c:ext xmlns:c16="http://schemas.microsoft.com/office/drawing/2014/chart" uri="{C3380CC4-5D6E-409C-BE32-E72D297353CC}">
                <c16:uniqueId val="{00000001-A064-42E4-937D-14C30A616ADA}"/>
              </c:ext>
            </c:extLst>
          </c:dPt>
          <c:dPt>
            <c:idx val="1"/>
            <c:bubble3D val="0"/>
            <c:extLst>
              <c:ext xmlns:c16="http://schemas.microsoft.com/office/drawing/2014/chart" uri="{C3380CC4-5D6E-409C-BE32-E72D297353CC}">
                <c16:uniqueId val="{00000002-A064-42E4-937D-14C30A616ADA}"/>
              </c:ext>
            </c:extLst>
          </c:dPt>
          <c:dPt>
            <c:idx val="2"/>
            <c:bubble3D val="0"/>
            <c:extLst>
              <c:ext xmlns:c16="http://schemas.microsoft.com/office/drawing/2014/chart" uri="{C3380CC4-5D6E-409C-BE32-E72D297353CC}">
                <c16:uniqueId val="{00000003-A064-42E4-937D-14C30A616ADA}"/>
              </c:ext>
            </c:extLst>
          </c:dPt>
          <c:dPt>
            <c:idx val="3"/>
            <c:bubble3D val="0"/>
            <c:extLst>
              <c:ext xmlns:c16="http://schemas.microsoft.com/office/drawing/2014/chart" uri="{C3380CC4-5D6E-409C-BE32-E72D297353CC}">
                <c16:uniqueId val="{00000004-A064-42E4-937D-14C30A616ADA}"/>
              </c:ext>
            </c:extLst>
          </c:dPt>
          <c:dLbls>
            <c:dLbl>
              <c:idx val="0"/>
              <c:layout>
                <c:manualLayout>
                  <c:x val="-8.1993219798669068E-2"/>
                  <c:y val="-0.16952334932104338"/>
                </c:manualLayout>
              </c:layout>
              <c:tx>
                <c:rich>
                  <a:bodyPr/>
                  <a:lstStyle/>
                  <a:p>
                    <a:fld id="{D3E80795-4209-4F24-9EB1-BB857D11E2F6}" type="PERCENTAGE">
                      <a:rPr lang="en-US" b="1">
                        <a:solidFill>
                          <a:schemeClr val="bg1"/>
                        </a:solidFill>
                      </a:rPr>
                      <a:pPr/>
                      <a:t>[PERCENTAGE]</a:t>
                    </a:fld>
                    <a:endParaRPr lang="en-IN"/>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064-42E4-937D-14C30A616ADA}"/>
                </c:ext>
              </c:extLst>
            </c:dLbl>
            <c:dLbl>
              <c:idx val="1"/>
              <c:layout>
                <c:manualLayout>
                  <c:x val="0.10980685673986447"/>
                  <c:y val="0.17747329429183509"/>
                </c:manualLayout>
              </c:layout>
              <c:tx>
                <c:rich>
                  <a:bodyPr/>
                  <a:lstStyle/>
                  <a:p>
                    <a:fld id="{57520AD4-7D79-416A-AEA6-6E4094039A14}" type="PERCENTAGE">
                      <a:rPr lang="en-US" b="1">
                        <a:solidFill>
                          <a:schemeClr val="bg1"/>
                        </a:solidFill>
                      </a:rPr>
                      <a:pPr/>
                      <a:t>[PERCENTAGE]</a:t>
                    </a:fld>
                    <a:endParaRPr lang="en-IN"/>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A064-42E4-937D-14C30A616ADA}"/>
                </c:ext>
              </c:extLst>
            </c:dLbl>
            <c:spPr>
              <a:noFill/>
              <a:ln>
                <a:noFill/>
              </a:ln>
              <a:effectLst/>
            </c:spPr>
            <c:txPr>
              <a:bodyPr wrap="square" lIns="38100" tIns="19050" rIns="38100" bIns="19050" anchor="ctr">
                <a:spAutoFit/>
              </a:bodyPr>
              <a:lstStyle/>
              <a:p>
                <a:pPr>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Pivots!$T$18:$T$22</c:f>
              <c:strCache>
                <c:ptCount val="4"/>
                <c:pt idx="0">
                  <c:v>Call</c:v>
                </c:pt>
                <c:pt idx="1">
                  <c:v>Chat</c:v>
                </c:pt>
                <c:pt idx="2">
                  <c:v>Complementary</c:v>
                </c:pt>
                <c:pt idx="3">
                  <c:v>public_live_Call</c:v>
                </c:pt>
              </c:strCache>
            </c:strRef>
          </c:cat>
          <c:val>
            <c:numRef>
              <c:f>Pivots!$U$18:$U$22</c:f>
              <c:numCache>
                <c:formatCode>0.00</c:formatCode>
                <c:ptCount val="4"/>
                <c:pt idx="0">
                  <c:v>168442.03500000015</c:v>
                </c:pt>
                <c:pt idx="1">
                  <c:v>45494.683333333342</c:v>
                </c:pt>
                <c:pt idx="2">
                  <c:v>0</c:v>
                </c:pt>
                <c:pt idx="3">
                  <c:v>50.596999999999902</c:v>
                </c:pt>
              </c:numCache>
            </c:numRef>
          </c:val>
          <c:extLst>
            <c:ext xmlns:c16="http://schemas.microsoft.com/office/drawing/2014/chart" uri="{C3380CC4-5D6E-409C-BE32-E72D297353CC}">
              <c16:uniqueId val="{00000005-A064-42E4-937D-14C30A616ADA}"/>
            </c:ext>
          </c:extLst>
        </c:ser>
        <c:dLbls>
          <c:showLegendKey val="0"/>
          <c:showVal val="0"/>
          <c:showCatName val="0"/>
          <c:showSerName val="0"/>
          <c:showPercent val="0"/>
          <c:showBubbleSize val="0"/>
          <c:showLeaderLines val="1"/>
        </c:dLbls>
        <c:firstSliceAng val="0"/>
      </c:pieChart>
    </c:plotArea>
    <c:legend>
      <c:legendPos val="r"/>
      <c:overlay val="0"/>
    </c:legend>
    <c:plotVisOnly val="1"/>
    <c:dispBlanksAs val="gap"/>
    <c:showDLblsOverMax val="0"/>
  </c:chart>
  <c:spPr>
    <a:solidFill>
      <a:schemeClr val="bg2"/>
    </a:solidFill>
    <a:ln>
      <a:noFill/>
    </a:ln>
    <a:effectLst/>
  </c:spPr>
  <c:txPr>
    <a:bodyPr/>
    <a:lstStyle/>
    <a:p>
      <a:pPr>
        <a:defRPr/>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[AstroSage_analysis_vikas.xlsx]Subjective!website_distribution</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a:solidFill>
                  <a:sysClr val="windowText" lastClr="000000"/>
                </a:solidFill>
              </a:rPr>
              <a:t>Website</a:t>
            </a:r>
            <a:r>
              <a:rPr lang="en-IN" b="1" baseline="0">
                <a:solidFill>
                  <a:sysClr val="windowText" lastClr="000000"/>
                </a:solidFill>
              </a:rPr>
              <a:t> Distribution</a:t>
            </a:r>
            <a:endParaRPr lang="en-IN" b="1">
              <a:solidFill>
                <a:sysClr val="windowText" lastClr="000000"/>
              </a:solidFill>
            </a:endParaRPr>
          </a:p>
        </c:rich>
      </c:tx>
      <c:layout>
        <c:manualLayout>
          <c:xMode val="edge"/>
          <c:yMode val="edge"/>
          <c:x val="0.15950125821659208"/>
          <c:y val="2.410420608906409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tx2">
              <a:lumMod val="50000"/>
              <a:lumOff val="50000"/>
            </a:schemeClr>
          </a:solidFill>
          <a:ln w="19050">
            <a:solidFill>
              <a:schemeClr val="lt1"/>
            </a:solidFill>
          </a:ln>
          <a:effectLst/>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oundRect">
                  <a:avLst/>
                </a:prstGeom>
                <a:noFill/>
                <a:ln>
                  <a:noFill/>
                </a:ln>
              </c15:spPr>
            </c:ext>
          </c:extLst>
        </c:dLbl>
      </c:pivotFmt>
      <c:pivotFmt>
        <c:idx val="6"/>
        <c:spPr>
          <a:solidFill>
            <a:schemeClr val="tx2">
              <a:lumMod val="50000"/>
              <a:lumOff val="50000"/>
            </a:schemeClr>
          </a:solidFill>
          <a:ln w="19050">
            <a:solidFill>
              <a:schemeClr val="lt1"/>
            </a:solidFill>
          </a:ln>
          <a:effectLst/>
        </c:spPr>
        <c:dLbl>
          <c:idx val="0"/>
          <c:layout>
            <c:manualLayout>
              <c:x val="-8.8113100906634462E-2"/>
              <c:y val="7.1181552949658111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oundRect">
                  <a:avLst/>
                </a:prstGeom>
                <a:noFill/>
                <a:ln>
                  <a:noFill/>
                </a:ln>
              </c15:spPr>
            </c:ext>
          </c:extLst>
        </c:dLbl>
      </c:pivotFmt>
      <c:pivotFmt>
        <c:idx val="7"/>
        <c:spPr>
          <a:solidFill>
            <a:schemeClr val="tx2">
              <a:lumMod val="50000"/>
              <a:lumOff val="50000"/>
            </a:schemeClr>
          </a:solidFill>
          <a:ln w="19050">
            <a:solidFill>
              <a:schemeClr val="lt1"/>
            </a:solidFill>
          </a:ln>
          <a:effectLst/>
        </c:spP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oundRect">
                  <a:avLst/>
                </a:prstGeom>
                <a:noFill/>
                <a:ln>
                  <a:noFill/>
                </a:ln>
              </c15:spPr>
            </c:ext>
          </c:extLst>
        </c:dLbl>
      </c:pivotFmt>
      <c:pivotFmt>
        <c:idx val="8"/>
        <c:spPr>
          <a:solidFill>
            <a:schemeClr val="accent1">
              <a:lumMod val="75000"/>
            </a:schemeClr>
          </a:solidFill>
          <a:ln w="19050">
            <a:solidFill>
              <a:schemeClr val="lt1"/>
            </a:solidFill>
          </a:ln>
          <a:effectLst/>
        </c:spPr>
        <c:dLbl>
          <c:idx val="0"/>
          <c:layout>
            <c:manualLayout>
              <c:x val="8.6037558358302554E-2"/>
              <c:y val="-0.14181620537776127"/>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oundRect">
                  <a:avLst/>
                </a:prstGeom>
                <a:noFill/>
                <a:ln>
                  <a:noFill/>
                </a:ln>
              </c15:spPr>
              <c15:layout>
                <c:manualLayout>
                  <c:w val="0.27579069209269191"/>
                  <c:h val="0.21483897130884391"/>
                </c:manualLayout>
              </c15:layout>
            </c:ext>
          </c:extLst>
        </c:dLbl>
      </c:pivotFmt>
      <c:pivotFmt>
        <c:idx val="9"/>
        <c:spPr>
          <a:solidFill>
            <a:schemeClr val="bg2">
              <a:lumMod val="50000"/>
            </a:schemeClr>
          </a:solidFill>
          <a:ln w="19050">
            <a:solidFill>
              <a:schemeClr val="lt1"/>
            </a:solidFill>
          </a:ln>
          <a:effectLst/>
        </c:spPr>
        <c:dLbl>
          <c:idx val="0"/>
          <c:layout>
            <c:manualLayout>
              <c:x val="8.6305490883406888E-2"/>
              <c:y val="-5.9026996625421824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4925270969035843"/>
                  <c:h val="0.14858630952380952"/>
                </c:manualLayout>
              </c15:layout>
            </c:ext>
          </c:extLst>
        </c:dLbl>
      </c:pivotFmt>
      <c:pivotFmt>
        <c:idx val="10"/>
        <c:spPr>
          <a:solidFill>
            <a:schemeClr val="accent1">
              <a:lumMod val="75000"/>
            </a:schemeClr>
          </a:solidFill>
          <a:ln w="19050">
            <a:solidFill>
              <a:schemeClr val="lt1"/>
            </a:solidFill>
          </a:ln>
          <a:effectLst/>
        </c:spPr>
        <c:dLbl>
          <c:idx val="0"/>
          <c:layout>
            <c:manualLayout>
              <c:x val="-4.1316129088515112E-2"/>
              <c:y val="-6.3691062054743161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7545844560127656"/>
                  <c:h val="0.13299353205849268"/>
                </c:manualLayout>
              </c15:layout>
            </c:ext>
          </c:extLst>
        </c:dLbl>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bg2">
              <a:lumMod val="50000"/>
            </a:schemeClr>
          </a:solidFill>
          <a:ln w="19050">
            <a:solidFill>
              <a:schemeClr val="lt1"/>
            </a:solidFill>
          </a:ln>
          <a:effectLst/>
        </c:spPr>
        <c:dLbl>
          <c:idx val="0"/>
          <c:layout>
            <c:manualLayout>
              <c:x val="8.6305490883406888E-2"/>
              <c:y val="-5.9026996625421824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4925270969035843"/>
                  <c:h val="0.14858630952380952"/>
                </c:manualLayout>
              </c15:layout>
            </c:ext>
          </c:extLst>
        </c:dLbl>
      </c:pivotFmt>
      <c:pivotFmt>
        <c:idx val="14"/>
        <c:spPr>
          <a:solidFill>
            <a:schemeClr val="accent1"/>
          </a:solidFill>
          <a:ln w="19050">
            <a:solidFill>
              <a:schemeClr val="lt1"/>
            </a:solidFill>
          </a:ln>
          <a:effectLst/>
        </c:spPr>
      </c:pivotFmt>
      <c:pivotFmt>
        <c:idx val="15"/>
        <c:spPr>
          <a:solidFill>
            <a:schemeClr val="accent1">
              <a:lumMod val="75000"/>
            </a:schemeClr>
          </a:solidFill>
          <a:ln w="19050">
            <a:solidFill>
              <a:schemeClr val="lt1"/>
            </a:solidFill>
          </a:ln>
          <a:effectLst/>
        </c:spPr>
        <c:dLbl>
          <c:idx val="0"/>
          <c:layout>
            <c:manualLayout>
              <c:x val="-4.1316129088515112E-2"/>
              <c:y val="-6.3691062054743161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7545844560127656"/>
                  <c:h val="0.13299353205849268"/>
                </c:manualLayout>
              </c15:layout>
            </c:ext>
          </c:extLst>
        </c:dLbl>
      </c:pivotFmt>
      <c:pivotFmt>
        <c:idx val="16"/>
        <c:spPr>
          <a:solidFill>
            <a:schemeClr val="accent1">
              <a:lumMod val="75000"/>
            </a:schemeClr>
          </a:solidFill>
          <a:ln w="19050">
            <a:solidFill>
              <a:schemeClr val="lt1"/>
            </a:solidFill>
          </a:ln>
          <a:effectLst/>
        </c:spPr>
        <c:dLbl>
          <c:idx val="0"/>
          <c:layout>
            <c:manualLayout>
              <c:x val="-8.5791751452416756E-2"/>
              <c:y val="-7.1301190090964653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0860464773364004"/>
                  <c:h val="0.13299356416064431"/>
                </c:manualLayout>
              </c15:layout>
            </c:ext>
          </c:extLst>
        </c:dLbl>
      </c:pivotFmt>
      <c:pivotFmt>
        <c:idx val="17"/>
        <c:spPr>
          <a:solidFill>
            <a:schemeClr val="bg2">
              <a:lumMod val="50000"/>
            </a:schemeClr>
          </a:solidFill>
          <a:ln w="19050">
            <a:solidFill>
              <a:schemeClr val="lt1"/>
            </a:solidFill>
          </a:ln>
          <a:effectLst/>
        </c:spPr>
        <c:dLbl>
          <c:idx val="0"/>
          <c:layout>
            <c:manualLayout>
              <c:x val="2.7784926536325527E-2"/>
              <c:y val="-5.9026955160142655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22115809961957"/>
                  <c:h val="0.14858639245436786"/>
                </c:manualLayout>
              </c15:layout>
            </c:ext>
          </c:extLst>
        </c:dLbl>
      </c:pivotFmt>
      <c:pivotFmt>
        <c:idx val="18"/>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DD4B324F-FC1A-4E5C-B25A-44EA5D8E4CEB}"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IN"/>
              </a:p>
            </c:rich>
          </c:tx>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IN"/>
            </a:p>
          </c:txPr>
          <c:showLegendKey val="1"/>
          <c:showVal val="1"/>
          <c:showCatName val="1"/>
          <c:showSerName val="1"/>
          <c:showPercent val="1"/>
          <c:showBubbleSize val="1"/>
          <c:extLst>
            <c:ext xmlns:c15="http://schemas.microsoft.com/office/drawing/2012/chart" uri="{CE6537A1-D6FC-4f65-9D91-7224C49458BB}">
              <c15:dlblFieldTable/>
              <c15:showDataLabelsRange val="0"/>
            </c:ext>
          </c:extLst>
        </c:dLbl>
      </c:pivotFmt>
      <c:pivotFmt>
        <c:idx val="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lumMod val="75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DA9A4548-A44F-474A-AA53-9A26829AE5DF}"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2"/>
        <c:spPr>
          <a:solidFill>
            <a:schemeClr val="bg1">
              <a:lumMod val="5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0E7B63F-7802-494A-B708-16D60D4BF92A}"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3"/>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C749043B-0845-4866-BFEC-B77DD5FD4DED}"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bg1">
              <a:lumMod val="5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0E7B63F-7802-494A-B708-16D60D4BF92A}"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6"/>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C749043B-0845-4866-BFEC-B77DD5FD4DED}"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7"/>
        <c:spPr>
          <a:solidFill>
            <a:schemeClr val="accent1">
              <a:lumMod val="75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DA9A4548-A44F-474A-AA53-9A26829AE5DF}"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bg1">
              <a:lumMod val="5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0E7B63F-7802-494A-B708-16D60D4BF92A}"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0"/>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C749043B-0845-4866-BFEC-B77DD5FD4DED}"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1"/>
        <c:spPr>
          <a:solidFill>
            <a:schemeClr val="accent1">
              <a:lumMod val="75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DA9A4548-A44F-474A-AA53-9A26829AE5DF}"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0.10466469079005576"/>
          <c:y val="0.19967641031172473"/>
          <c:w val="0.55798039779911235"/>
          <c:h val="0.74978615954255723"/>
        </c:manualLayout>
      </c:layout>
      <c:pieChart>
        <c:varyColors val="1"/>
        <c:ser>
          <c:idx val="0"/>
          <c:order val="0"/>
          <c:tx>
            <c:strRef>
              <c:f>Subjective!$E$4</c:f>
              <c:strCache>
                <c:ptCount val="1"/>
                <c:pt idx="0">
                  <c:v>Total</c:v>
                </c:pt>
              </c:strCache>
            </c:strRef>
          </c:tx>
          <c:dPt>
            <c:idx val="0"/>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1-C5E6-4EEA-9A60-414FDFAF614F}"/>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C5E6-4EEA-9A60-414FDFAF614F}"/>
              </c:ext>
            </c:extLst>
          </c:dPt>
          <c:dPt>
            <c:idx val="2"/>
            <c:bubble3D val="0"/>
            <c:spPr>
              <a:solidFill>
                <a:schemeClr val="accent1">
                  <a:lumMod val="75000"/>
                </a:schemeClr>
              </a:solidFill>
              <a:ln w="19050">
                <a:solidFill>
                  <a:schemeClr val="lt1"/>
                </a:solidFill>
              </a:ln>
              <a:effectLst/>
            </c:spPr>
            <c:extLst>
              <c:ext xmlns:c16="http://schemas.microsoft.com/office/drawing/2014/chart" uri="{C3380CC4-5D6E-409C-BE32-E72D297353CC}">
                <c16:uniqueId val="{00000005-C5E6-4EEA-9A60-414FDFAF614F}"/>
              </c:ext>
            </c:extLst>
          </c:dPt>
          <c:dLbls>
            <c:dLbl>
              <c:idx val="0"/>
              <c:tx>
                <c:rich>
                  <a:bodyPr/>
                  <a:lstStyle/>
                  <a:p>
                    <a:fld id="{A0E7B63F-7802-494A-B708-16D60D4BF92A}" type="PERCENTAGE">
                      <a:rPr lang="en-US"/>
                      <a:pPr/>
                      <a:t>[PERCENTAGE]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5E6-4EEA-9A60-414FDFAF614F}"/>
                </c:ext>
              </c:extLst>
            </c:dLbl>
            <c:dLbl>
              <c:idx val="1"/>
              <c:tx>
                <c:rich>
                  <a:bodyPr/>
                  <a:lstStyle/>
                  <a:p>
                    <a:fld id="{C749043B-0845-4866-BFEC-B77DD5FD4DED}" type="PERCENTAGE">
                      <a:rPr lang="en-US"/>
                      <a:pPr/>
                      <a:t>[PERCENTAGE]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5E6-4EEA-9A60-414FDFAF614F}"/>
                </c:ext>
              </c:extLst>
            </c:dLbl>
            <c:dLbl>
              <c:idx val="2"/>
              <c:tx>
                <c:rich>
                  <a:bodyPr/>
                  <a:lstStyle/>
                  <a:p>
                    <a:fld id="{DA9A4548-A44F-474A-AA53-9A26829AE5DF}" type="PERCENTAGE">
                      <a:rPr lang="en-US"/>
                      <a:pPr/>
                      <a:t>[PERCENTAGE]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5E6-4EEA-9A60-414FDFAF614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Subjective!$D$5:$D$8</c:f>
              <c:strCache>
                <c:ptCount val="3"/>
                <c:pt idx="0">
                  <c:v>app</c:v>
                </c:pt>
                <c:pt idx="1">
                  <c:v>dashboard</c:v>
                </c:pt>
                <c:pt idx="2">
                  <c:v>gurucool</c:v>
                </c:pt>
              </c:strCache>
            </c:strRef>
          </c:cat>
          <c:val>
            <c:numRef>
              <c:f>Subjective!$E$5:$E$8</c:f>
              <c:numCache>
                <c:formatCode>0.00</c:formatCode>
                <c:ptCount val="3"/>
                <c:pt idx="0">
                  <c:v>7800</c:v>
                </c:pt>
                <c:pt idx="1">
                  <c:v>2</c:v>
                </c:pt>
                <c:pt idx="2">
                  <c:v>20225</c:v>
                </c:pt>
              </c:numCache>
            </c:numRef>
          </c:val>
          <c:extLst>
            <c:ext xmlns:c16="http://schemas.microsoft.com/office/drawing/2014/chart" uri="{C3380CC4-5D6E-409C-BE32-E72D297353CC}">
              <c16:uniqueId val="{00000006-C5E6-4EEA-9A60-414FDFAF614F}"/>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7908082202242259"/>
          <c:y val="0.24933625553436006"/>
          <c:w val="0.26156555224636319"/>
          <c:h val="0.3902988331865280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[AstroSage_analysis_vikas.xlsx]Subjective!call_status_pivot</c:name>
    <c:fmtId val="20"/>
  </c:pivotSource>
  <c:chart>
    <c:title>
      <c:tx>
        <c:rich>
          <a:bodyPr rot="0" vert="horz"/>
          <a:lstStyle/>
          <a:p>
            <a:pPr>
              <a:defRPr/>
            </a:pPr>
            <a:r>
              <a:rPr lang="en-US" sz="1400"/>
              <a:t>Call Status</a:t>
            </a:r>
          </a:p>
        </c:rich>
      </c:tx>
      <c:layout>
        <c:manualLayout>
          <c:xMode val="edge"/>
          <c:yMode val="edge"/>
          <c:x val="0.30640244969378827"/>
          <c:y val="1.4556040756914119E-2"/>
        </c:manualLayout>
      </c:layout>
      <c:overlay val="0"/>
    </c:title>
    <c:autoTitleDeleted val="0"/>
    <c:pivotFmts>
      <c:pivotFmt>
        <c:idx val="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2"/>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3"/>
        <c:dLbl>
          <c:idx val="0"/>
          <c:layout>
            <c:manualLayout>
              <c:x val="-0.33093585547215609"/>
              <c:y val="0.21840981698554651"/>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15:showDataLabelsRange val="0"/>
            </c:ext>
          </c:extLst>
        </c:dLbl>
      </c:pivotFmt>
      <c:pivotFmt>
        <c:idx val="4"/>
        <c:dLbl>
          <c:idx val="0"/>
          <c:layout>
            <c:manualLayout>
              <c:x val="0.31149597535700346"/>
              <c:y val="0.15960677426633887"/>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15:showDataLabelsRange val="0"/>
            </c:ext>
          </c:extLst>
        </c:dLbl>
      </c:pivotFmt>
      <c:pivotFmt>
        <c:idx val="5"/>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6"/>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7"/>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8"/>
        <c:dLbl>
          <c:idx val="0"/>
          <c:layout>
            <c:manualLayout>
              <c:x val="-0.33093585547215609"/>
              <c:y val="0.21840981698554651"/>
            </c:manualLayout>
          </c:layout>
          <c:tx>
            <c:rich>
              <a:bodyPr/>
              <a:lstStyle/>
              <a:p>
                <a:r>
                  <a:rPr lang="en-US"/>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15:showDataLabelsRange val="0"/>
            </c:ext>
          </c:extLst>
        </c:dLbl>
      </c:pivotFmt>
      <c:pivotFmt>
        <c:idx val="9"/>
        <c:dLbl>
          <c:idx val="0"/>
          <c:layout>
            <c:manualLayout>
              <c:x val="0.31149597535700346"/>
              <c:y val="0.15960677426633887"/>
            </c:manualLayout>
          </c:layout>
          <c:tx>
            <c:rich>
              <a:bodyPr/>
              <a:lstStyle/>
              <a:p>
                <a:r>
                  <a:rPr lang="en-US"/>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15:showDataLabelsRange val="0"/>
            </c:ext>
          </c:extLst>
        </c:dLbl>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3"/>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13"/>
        <c:spPr>
          <a:solidFill>
            <a:schemeClr val="accent4"/>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4"/>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25"/>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0F75058C-4B9A-4864-AE79-3E2168963DB0}"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26"/>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306FD816-1FF3-49B1-8601-E25C72E516E6}"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2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8"/>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0F6C57AB-4438-4A15-A883-AFE7814E41AD}"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29"/>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1"/>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2"/>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0F75058C-4B9A-4864-AE79-3E2168963DB0}"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33"/>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306FD816-1FF3-49B1-8601-E25C72E516E6}"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34"/>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0F6C57AB-4438-4A15-A883-AFE7814E41AD}"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35"/>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6"/>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7"/>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8"/>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0F75058C-4B9A-4864-AE79-3E2168963DB0}"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39"/>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306FD816-1FF3-49B1-8601-E25C72E516E6}"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40"/>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0F6C57AB-4438-4A15-A883-AFE7814E41AD}"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41"/>
        <c:spPr>
          <a:solidFill>
            <a:schemeClr val="accent1">
              <a:lumMod val="20000"/>
              <a:lumOff val="80000"/>
            </a:schemeClr>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42"/>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3"/>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44"/>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45"/>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46"/>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0362139107611549"/>
              <c:y val="0.22871207692924847"/>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47"/>
        <c:spPr>
          <a:solidFill>
            <a:schemeClr val="tx2">
              <a:lumMod val="50000"/>
              <a:lumOff val="50000"/>
            </a:schemeClr>
          </a:solidFill>
        </c:spPr>
        <c:dLbl>
          <c:idx val="0"/>
          <c:layout>
            <c:manualLayout>
              <c:x val="0.15153807200730343"/>
              <c:y val="0.1580275121859768"/>
            </c:manualLayout>
          </c:layout>
          <c:tx>
            <c:rich>
              <a:bodyPr wrap="square" lIns="38100" tIns="19050" rIns="38100" bIns="19050" anchor="ctr">
                <a:spAutoFit/>
              </a:bodyPr>
              <a:lstStyle/>
              <a:p>
                <a:pPr>
                  <a:defRPr>
                    <a:solidFill>
                      <a:schemeClr val="bg1"/>
                    </a:solidFill>
                  </a:defRPr>
                </a:pPr>
                <a:r>
                  <a:rPr lang="en-US" sz="800" baseline="0">
                    <a:solidFill>
                      <a:schemeClr val="bg1"/>
                    </a:solidFill>
                  </a:rPr>
                  <a:t>
</a:t>
                </a:r>
                <a:fld id="{5852A62A-D3E7-4C4D-AFA4-850F19B56781}" type="PERCENTAGE">
                  <a:rPr lang="en-US" sz="800" baseline="0">
                    <a:solidFill>
                      <a:schemeClr val="bg1"/>
                    </a:solidFill>
                  </a:rPr>
                  <a:pPr>
                    <a:defRPr>
                      <a:solidFill>
                        <a:schemeClr val="bg1"/>
                      </a:solidFill>
                    </a:defRPr>
                  </a:pPr>
                  <a:t>[PERCENTAGE]</a:t>
                </a:fld>
                <a:endParaRPr lang="en-US" sz="800" baseline="0">
                  <a:solidFill>
                    <a:schemeClr val="bg1"/>
                  </a:solidFill>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Lst>
        </c:dLbl>
      </c:pivotFmt>
      <c:pivotFmt>
        <c:idx val="48"/>
        <c:spPr>
          <a:solidFill>
            <a:schemeClr val="bg2">
              <a:lumMod val="65000"/>
            </a:schemeClr>
          </a:solidFill>
        </c:spPr>
        <c:dLbl>
          <c:idx val="0"/>
          <c:layout>
            <c:manualLayout>
              <c:x val="-0.13304681211337197"/>
              <c:y val="2.097208811921367E-2"/>
            </c:manualLayout>
          </c:layout>
          <c:tx>
            <c:rich>
              <a:bodyPr wrap="square" lIns="38100" tIns="19050" rIns="38100" bIns="19050" anchor="ctr">
                <a:spAutoFit/>
              </a:bodyPr>
              <a:lstStyle/>
              <a:p>
                <a:pPr>
                  <a:defRPr>
                    <a:solidFill>
                      <a:schemeClr val="bg1"/>
                    </a:solidFill>
                  </a:defRPr>
                </a:pPr>
                <a:fld id="{53FADC95-9836-42AF-AA3A-65886E80F8E3}"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Lst>
        </c:dLbl>
      </c:pivotFmt>
      <c:pivotFmt>
        <c:idx val="49"/>
        <c:spPr>
          <a:solidFill>
            <a:schemeClr val="bg2">
              <a:lumMod val="75000"/>
            </a:schemeClr>
          </a:solidFill>
        </c:spPr>
        <c:dLbl>
          <c:idx val="0"/>
          <c:layout>
            <c:manualLayout>
              <c:x val="-7.9025091292936292E-2"/>
              <c:y val="0.18829033089613803"/>
            </c:manualLayout>
          </c:layout>
          <c:tx>
            <c:rich>
              <a:bodyPr wrap="square" lIns="38100" tIns="19050" rIns="38100" bIns="19050" anchor="ctr">
                <a:spAutoFit/>
              </a:bodyPr>
              <a:lstStyle/>
              <a:p>
                <a:pPr>
                  <a:defRPr>
                    <a:solidFill>
                      <a:schemeClr val="bg1"/>
                    </a:solidFill>
                  </a:defRPr>
                </a:pPr>
                <a:fld id="{200DE69F-EC1B-4FD1-81B6-6AB154D9D875}" type="PERCENTAGE">
                  <a:rPr lang="en-US">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50"/>
        <c:spPr>
          <a:solidFill>
            <a:schemeClr val="accent2"/>
          </a:solidFill>
        </c:spPr>
        <c:dLbl>
          <c:idx val="0"/>
          <c:layout>
            <c:manualLayout>
              <c:x val="-0.12365993672343378"/>
              <c:y val="6.288706082912468E-2"/>
            </c:manualLayout>
          </c:layout>
          <c:tx>
            <c:rich>
              <a:bodyPr wrap="square" lIns="38100" tIns="19050" rIns="38100" bIns="19050" anchor="ctr">
                <a:spAutoFit/>
              </a:bodyPr>
              <a:lstStyle/>
              <a:p>
                <a:pPr>
                  <a:defRPr>
                    <a:solidFill>
                      <a:schemeClr val="bg1"/>
                    </a:solidFill>
                  </a:defRPr>
                </a:pPr>
                <a:fld id="{CD0D7B19-E8F6-418C-997A-1E0EEFA3F2DE}"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51"/>
        <c:spPr>
          <a:solidFill>
            <a:schemeClr val="accent1">
              <a:lumMod val="75000"/>
            </a:schemeClr>
          </a:solidFill>
        </c:spPr>
        <c:marker>
          <c:symbol val="none"/>
        </c:marker>
        <c:dLbl>
          <c:idx val="0"/>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2"/>
        <c:spPr>
          <a:solidFill>
            <a:schemeClr val="accent1">
              <a:lumMod val="50000"/>
            </a:schemeClr>
          </a:solidFill>
        </c:spPr>
      </c:pivotFmt>
      <c:pivotFmt>
        <c:idx val="53"/>
        <c:spPr>
          <a:solidFill>
            <a:schemeClr val="accent1">
              <a:lumMod val="75000"/>
            </a:schemeClr>
          </a:solidFill>
        </c:spPr>
        <c:marker>
          <c:symbol val="none"/>
        </c:marker>
        <c:dLbl>
          <c:idx val="0"/>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4"/>
        <c:spPr>
          <a:solidFill>
            <a:schemeClr val="bg2">
              <a:lumMod val="75000"/>
            </a:schemeClr>
          </a:solidFill>
        </c:spPr>
        <c:dLbl>
          <c:idx val="0"/>
          <c:layout>
            <c:manualLayout>
              <c:x val="-7.9025091292936292E-2"/>
              <c:y val="0.18829033089613803"/>
            </c:manualLayout>
          </c:layout>
          <c:tx>
            <c:rich>
              <a:bodyPr wrap="square" lIns="38100" tIns="19050" rIns="38100" bIns="19050" anchor="ctr">
                <a:spAutoFit/>
              </a:bodyPr>
              <a:lstStyle/>
              <a:p>
                <a:pPr>
                  <a:defRPr>
                    <a:solidFill>
                      <a:schemeClr val="bg1"/>
                    </a:solidFill>
                  </a:defRPr>
                </a:pPr>
                <a:fld id="{200DE69F-EC1B-4FD1-81B6-6AB154D9D875}" type="PERCENTAGE">
                  <a:rPr lang="en-US">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55"/>
        <c:spPr>
          <a:solidFill>
            <a:schemeClr val="accent1">
              <a:lumMod val="50000"/>
            </a:schemeClr>
          </a:solidFill>
        </c:spPr>
      </c:pivotFmt>
      <c:pivotFmt>
        <c:idx val="56"/>
        <c:spPr>
          <a:solidFill>
            <a:schemeClr val="accent2"/>
          </a:solidFill>
        </c:spPr>
        <c:dLbl>
          <c:idx val="0"/>
          <c:layout>
            <c:manualLayout>
              <c:x val="-0.12365993672343378"/>
              <c:y val="6.288706082912468E-2"/>
            </c:manualLayout>
          </c:layout>
          <c:tx>
            <c:rich>
              <a:bodyPr wrap="square" lIns="38100" tIns="19050" rIns="38100" bIns="19050" anchor="ctr">
                <a:spAutoFit/>
              </a:bodyPr>
              <a:lstStyle/>
              <a:p>
                <a:pPr>
                  <a:defRPr>
                    <a:solidFill>
                      <a:schemeClr val="bg1"/>
                    </a:solidFill>
                  </a:defRPr>
                </a:pPr>
                <a:fld id="{CD0D7B19-E8F6-418C-997A-1E0EEFA3F2DE}"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57"/>
        <c:spPr>
          <a:solidFill>
            <a:schemeClr val="bg2">
              <a:lumMod val="65000"/>
            </a:schemeClr>
          </a:solidFill>
        </c:spPr>
        <c:dLbl>
          <c:idx val="0"/>
          <c:layout>
            <c:manualLayout>
              <c:x val="-0.13304681211337197"/>
              <c:y val="2.097208811921367E-2"/>
            </c:manualLayout>
          </c:layout>
          <c:tx>
            <c:rich>
              <a:bodyPr wrap="square" lIns="38100" tIns="19050" rIns="38100" bIns="19050" anchor="ctr">
                <a:spAutoFit/>
              </a:bodyPr>
              <a:lstStyle/>
              <a:p>
                <a:pPr>
                  <a:defRPr>
                    <a:solidFill>
                      <a:schemeClr val="bg1"/>
                    </a:solidFill>
                  </a:defRPr>
                </a:pPr>
                <a:fld id="{53FADC95-9836-42AF-AA3A-65886E80F8E3}"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Lst>
        </c:dLbl>
      </c:pivotFmt>
      <c:pivotFmt>
        <c:idx val="58"/>
        <c:spPr>
          <a:solidFill>
            <a:schemeClr val="tx2">
              <a:lumMod val="50000"/>
              <a:lumOff val="50000"/>
            </a:schemeClr>
          </a:solidFill>
        </c:spPr>
        <c:dLbl>
          <c:idx val="0"/>
          <c:layout>
            <c:manualLayout>
              <c:x val="0.15153807200730343"/>
              <c:y val="0.1580275121859768"/>
            </c:manualLayout>
          </c:layout>
          <c:tx>
            <c:rich>
              <a:bodyPr wrap="square" lIns="38100" tIns="19050" rIns="38100" bIns="19050" anchor="ctr">
                <a:spAutoFit/>
              </a:bodyPr>
              <a:lstStyle/>
              <a:p>
                <a:pPr>
                  <a:defRPr>
                    <a:solidFill>
                      <a:schemeClr val="bg1"/>
                    </a:solidFill>
                  </a:defRPr>
                </a:pPr>
                <a:r>
                  <a:rPr lang="en-US" sz="800" baseline="0">
                    <a:solidFill>
                      <a:schemeClr val="bg1"/>
                    </a:solidFill>
                  </a:rPr>
                  <a:t>
</a:t>
                </a:r>
                <a:fld id="{5852A62A-D3E7-4C4D-AFA4-850F19B56781}" type="PERCENTAGE">
                  <a:rPr lang="en-US" sz="800" baseline="0">
                    <a:solidFill>
                      <a:schemeClr val="bg1"/>
                    </a:solidFill>
                  </a:rPr>
                  <a:pPr>
                    <a:defRPr>
                      <a:solidFill>
                        <a:schemeClr val="bg1"/>
                      </a:solidFill>
                    </a:defRPr>
                  </a:pPr>
                  <a:t>[PERCENTAGE]</a:t>
                </a:fld>
                <a:endParaRPr lang="en-US" sz="800" baseline="0">
                  <a:solidFill>
                    <a:schemeClr val="bg1"/>
                  </a:solidFill>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Lst>
        </c:dLbl>
      </c:pivotFmt>
      <c:pivotFmt>
        <c:idx val="59"/>
        <c:spPr>
          <a:solidFill>
            <a:schemeClr val="accent1">
              <a:lumMod val="75000"/>
            </a:schemeClr>
          </a:solidFill>
        </c:spPr>
        <c:marker>
          <c:symbol val="none"/>
        </c:marker>
        <c:dLbl>
          <c:idx val="0"/>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60"/>
        <c:spPr>
          <a:solidFill>
            <a:schemeClr val="bg2">
              <a:lumMod val="75000"/>
            </a:schemeClr>
          </a:solidFill>
        </c:spPr>
        <c:dLbl>
          <c:idx val="0"/>
          <c:layout>
            <c:manualLayout>
              <c:x val="-7.9025091292936292E-2"/>
              <c:y val="0.18829033089613803"/>
            </c:manualLayout>
          </c:layout>
          <c:tx>
            <c:rich>
              <a:bodyPr wrap="square" lIns="38100" tIns="19050" rIns="38100" bIns="19050" anchor="ctr">
                <a:spAutoFit/>
              </a:bodyPr>
              <a:lstStyle/>
              <a:p>
                <a:pPr>
                  <a:defRPr>
                    <a:solidFill>
                      <a:schemeClr val="bg1"/>
                    </a:solidFill>
                  </a:defRPr>
                </a:pPr>
                <a:fld id="{200DE69F-EC1B-4FD1-81B6-6AB154D9D875}" type="PERCENTAGE">
                  <a:rPr lang="en-US">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61"/>
        <c:spPr>
          <a:solidFill>
            <a:schemeClr val="accent1">
              <a:lumMod val="50000"/>
            </a:schemeClr>
          </a:solidFill>
        </c:spPr>
      </c:pivotFmt>
      <c:pivotFmt>
        <c:idx val="62"/>
        <c:spPr>
          <a:solidFill>
            <a:schemeClr val="accent2"/>
          </a:solidFill>
        </c:spPr>
        <c:dLbl>
          <c:idx val="0"/>
          <c:layout>
            <c:manualLayout>
              <c:x val="-0.12365993672343378"/>
              <c:y val="6.288706082912468E-2"/>
            </c:manualLayout>
          </c:layout>
          <c:tx>
            <c:rich>
              <a:bodyPr wrap="square" lIns="38100" tIns="19050" rIns="38100" bIns="19050" anchor="ctr">
                <a:spAutoFit/>
              </a:bodyPr>
              <a:lstStyle/>
              <a:p>
                <a:pPr>
                  <a:defRPr>
                    <a:solidFill>
                      <a:schemeClr val="bg1"/>
                    </a:solidFill>
                  </a:defRPr>
                </a:pPr>
                <a:fld id="{CD0D7B19-E8F6-418C-997A-1E0EEFA3F2DE}"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63"/>
        <c:spPr>
          <a:solidFill>
            <a:schemeClr val="bg2">
              <a:lumMod val="65000"/>
            </a:schemeClr>
          </a:solidFill>
        </c:spPr>
        <c:dLbl>
          <c:idx val="0"/>
          <c:layout>
            <c:manualLayout>
              <c:x val="-0.13304681211337197"/>
              <c:y val="2.097208811921367E-2"/>
            </c:manualLayout>
          </c:layout>
          <c:tx>
            <c:rich>
              <a:bodyPr wrap="square" lIns="38100" tIns="19050" rIns="38100" bIns="19050" anchor="ctr">
                <a:spAutoFit/>
              </a:bodyPr>
              <a:lstStyle/>
              <a:p>
                <a:pPr>
                  <a:defRPr>
                    <a:solidFill>
                      <a:schemeClr val="bg1"/>
                    </a:solidFill>
                  </a:defRPr>
                </a:pPr>
                <a:fld id="{53FADC95-9836-42AF-AA3A-65886E80F8E3}"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Lst>
        </c:dLbl>
      </c:pivotFmt>
      <c:pivotFmt>
        <c:idx val="64"/>
        <c:spPr>
          <a:solidFill>
            <a:schemeClr val="tx2">
              <a:lumMod val="50000"/>
              <a:lumOff val="50000"/>
            </a:schemeClr>
          </a:solidFill>
        </c:spPr>
        <c:dLbl>
          <c:idx val="0"/>
          <c:layout>
            <c:manualLayout>
              <c:x val="0.15153807200730343"/>
              <c:y val="0.1580275121859768"/>
            </c:manualLayout>
          </c:layout>
          <c:tx>
            <c:rich>
              <a:bodyPr wrap="square" lIns="38100" tIns="19050" rIns="38100" bIns="19050" anchor="ctr">
                <a:spAutoFit/>
              </a:bodyPr>
              <a:lstStyle/>
              <a:p>
                <a:pPr>
                  <a:defRPr>
                    <a:solidFill>
                      <a:schemeClr val="bg1"/>
                    </a:solidFill>
                  </a:defRPr>
                </a:pPr>
                <a:r>
                  <a:rPr lang="en-US" sz="800" baseline="0">
                    <a:solidFill>
                      <a:schemeClr val="bg1"/>
                    </a:solidFill>
                  </a:rPr>
                  <a:t>
</a:t>
                </a:r>
                <a:fld id="{5852A62A-D3E7-4C4D-AFA4-850F19B56781}" type="PERCENTAGE">
                  <a:rPr lang="en-US" sz="800" baseline="0">
                    <a:solidFill>
                      <a:schemeClr val="bg1"/>
                    </a:solidFill>
                  </a:rPr>
                  <a:pPr>
                    <a:defRPr>
                      <a:solidFill>
                        <a:schemeClr val="bg1"/>
                      </a:solidFill>
                    </a:defRPr>
                  </a:pPr>
                  <a:t>[PERCENTAGE]</a:t>
                </a:fld>
                <a:endParaRPr lang="en-US" sz="800" baseline="0">
                  <a:solidFill>
                    <a:schemeClr val="bg1"/>
                  </a:solidFill>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Lst>
        </c:dLbl>
      </c:pivotFmt>
    </c:pivotFmts>
    <c:plotArea>
      <c:layout>
        <c:manualLayout>
          <c:layoutTarget val="inner"/>
          <c:xMode val="edge"/>
          <c:yMode val="edge"/>
          <c:x val="0.1046110065046217"/>
          <c:y val="0.17044549118860142"/>
          <c:w val="0.58534383202099738"/>
          <c:h val="0.7668259808135337"/>
        </c:manualLayout>
      </c:layout>
      <c:pieChart>
        <c:varyColors val="1"/>
        <c:ser>
          <c:idx val="0"/>
          <c:order val="0"/>
          <c:tx>
            <c:strRef>
              <c:f>Subjective!$E$13</c:f>
              <c:strCache>
                <c:ptCount val="1"/>
                <c:pt idx="0">
                  <c:v>Total</c:v>
                </c:pt>
              </c:strCache>
            </c:strRef>
          </c:tx>
          <c:spPr>
            <a:solidFill>
              <a:schemeClr val="accent1">
                <a:lumMod val="75000"/>
              </a:schemeClr>
            </a:solidFill>
          </c:spPr>
          <c:dPt>
            <c:idx val="0"/>
            <c:bubble3D val="0"/>
            <c:spPr>
              <a:solidFill>
                <a:schemeClr val="bg2">
                  <a:lumMod val="75000"/>
                </a:schemeClr>
              </a:solidFill>
            </c:spPr>
            <c:extLst>
              <c:ext xmlns:c16="http://schemas.microsoft.com/office/drawing/2014/chart" uri="{C3380CC4-5D6E-409C-BE32-E72D297353CC}">
                <c16:uniqueId val="{00000001-5A79-4D2B-8F2E-9530AEDEBCFE}"/>
              </c:ext>
            </c:extLst>
          </c:dPt>
          <c:dPt>
            <c:idx val="1"/>
            <c:bubble3D val="0"/>
            <c:spPr>
              <a:solidFill>
                <a:schemeClr val="accent1">
                  <a:lumMod val="50000"/>
                </a:schemeClr>
              </a:solidFill>
            </c:spPr>
            <c:extLst>
              <c:ext xmlns:c16="http://schemas.microsoft.com/office/drawing/2014/chart" uri="{C3380CC4-5D6E-409C-BE32-E72D297353CC}">
                <c16:uniqueId val="{00000003-5A79-4D2B-8F2E-9530AEDEBCFE}"/>
              </c:ext>
            </c:extLst>
          </c:dPt>
          <c:dPt>
            <c:idx val="2"/>
            <c:bubble3D val="0"/>
            <c:spPr>
              <a:solidFill>
                <a:schemeClr val="accent2"/>
              </a:solidFill>
            </c:spPr>
            <c:extLst>
              <c:ext xmlns:c16="http://schemas.microsoft.com/office/drawing/2014/chart" uri="{C3380CC4-5D6E-409C-BE32-E72D297353CC}">
                <c16:uniqueId val="{00000005-5A79-4D2B-8F2E-9530AEDEBCFE}"/>
              </c:ext>
            </c:extLst>
          </c:dPt>
          <c:dPt>
            <c:idx val="3"/>
            <c:bubble3D val="0"/>
            <c:spPr>
              <a:solidFill>
                <a:schemeClr val="bg2">
                  <a:lumMod val="65000"/>
                </a:schemeClr>
              </a:solidFill>
            </c:spPr>
            <c:extLst>
              <c:ext xmlns:c16="http://schemas.microsoft.com/office/drawing/2014/chart" uri="{C3380CC4-5D6E-409C-BE32-E72D297353CC}">
                <c16:uniqueId val="{00000007-5A79-4D2B-8F2E-9530AEDEBCFE}"/>
              </c:ext>
            </c:extLst>
          </c:dPt>
          <c:dPt>
            <c:idx val="4"/>
            <c:bubble3D val="0"/>
            <c:extLst>
              <c:ext xmlns:c16="http://schemas.microsoft.com/office/drawing/2014/chart" uri="{C3380CC4-5D6E-409C-BE32-E72D297353CC}">
                <c16:uniqueId val="{00000008-5A79-4D2B-8F2E-9530AEDEBCFE}"/>
              </c:ext>
            </c:extLst>
          </c:dPt>
          <c:dPt>
            <c:idx val="5"/>
            <c:bubble3D val="0"/>
            <c:spPr>
              <a:solidFill>
                <a:schemeClr val="tx2">
                  <a:lumMod val="50000"/>
                </a:schemeClr>
              </a:solidFill>
            </c:spPr>
            <c:extLst>
              <c:ext xmlns:c16="http://schemas.microsoft.com/office/drawing/2014/chart" uri="{C3380CC4-5D6E-409C-BE32-E72D297353CC}">
                <c16:uniqueId val="{0000000A-5A79-4D2B-8F2E-9530AEDEBCFE}"/>
              </c:ext>
            </c:extLst>
          </c:dPt>
          <c:dLbls>
            <c:dLbl>
              <c:idx val="0"/>
              <c:layout>
                <c:manualLayout>
                  <c:x val="-7.9025091292936292E-2"/>
                  <c:y val="0.18829033089613803"/>
                </c:manualLayout>
              </c:layout>
              <c:tx>
                <c:rich>
                  <a:bodyPr/>
                  <a:lstStyle/>
                  <a:p>
                    <a:fld id="{200DE69F-EC1B-4FD1-81B6-6AB154D9D875}" type="PERCENTAGE">
                      <a:rPr lang="en-US">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A79-4D2B-8F2E-9530AEDEBCFE}"/>
                </c:ext>
              </c:extLst>
            </c:dLbl>
            <c:dLbl>
              <c:idx val="2"/>
              <c:layout>
                <c:manualLayout>
                  <c:x val="-0.12365993672343378"/>
                  <c:y val="6.288706082912468E-2"/>
                </c:manualLayout>
              </c:layout>
              <c:tx>
                <c:rich>
                  <a:bodyPr/>
                  <a:lstStyle/>
                  <a:p>
                    <a:fld id="{CD0D7B19-E8F6-418C-997A-1E0EEFA3F2DE}" type="PERCENTAGE">
                      <a:rPr lang="en-US" sz="800" baseline="0">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 xmlns:c16="http://schemas.microsoft.com/office/drawing/2014/chart" uri="{C3380CC4-5D6E-409C-BE32-E72D297353CC}">
                  <c16:uniqueId val="{00000005-5A79-4D2B-8F2E-9530AEDEBCFE}"/>
                </c:ext>
              </c:extLst>
            </c:dLbl>
            <c:dLbl>
              <c:idx val="3"/>
              <c:layout>
                <c:manualLayout>
                  <c:x val="-0.13304681211337197"/>
                  <c:y val="2.097208811921367E-2"/>
                </c:manualLayout>
              </c:layout>
              <c:tx>
                <c:rich>
                  <a:bodyPr/>
                  <a:lstStyle/>
                  <a:p>
                    <a:fld id="{53FADC95-9836-42AF-AA3A-65886E80F8E3}" type="PERCENTAGE">
                      <a:rPr lang="en-US" sz="800" baseline="0">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 xmlns:c16="http://schemas.microsoft.com/office/drawing/2014/chart" uri="{C3380CC4-5D6E-409C-BE32-E72D297353CC}">
                  <c16:uniqueId val="{00000007-5A79-4D2B-8F2E-9530AEDEBCFE}"/>
                </c:ext>
              </c:extLst>
            </c:dLbl>
            <c:dLbl>
              <c:idx val="5"/>
              <c:layout>
                <c:manualLayout>
                  <c:x val="0.15153807200730343"/>
                  <c:y val="0.1580275121859768"/>
                </c:manualLayout>
              </c:layout>
              <c:tx>
                <c:rich>
                  <a:bodyPr/>
                  <a:lstStyle/>
                  <a:p>
                    <a:r>
                      <a:rPr lang="en-US" sz="800" baseline="0">
                        <a:solidFill>
                          <a:schemeClr val="bg1"/>
                        </a:solidFill>
                      </a:rPr>
                      <a:t>
</a:t>
                    </a:r>
                    <a:fld id="{5852A62A-D3E7-4C4D-AFA4-850F19B56781}" type="PERCENTAGE">
                      <a:rPr lang="en-US" sz="800" baseline="0">
                        <a:solidFill>
                          <a:schemeClr val="bg1"/>
                        </a:solidFill>
                      </a:rPr>
                      <a:pPr/>
                      <a:t>[PERCENTAGE]</a:t>
                    </a:fld>
                    <a:endParaRPr lang="en-US" sz="800" baseline="0">
                      <a:solidFill>
                        <a:schemeClr val="bg1"/>
                      </a:solidFill>
                    </a:endParaRPr>
                  </a:p>
                </c:rich>
              </c:tx>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 xmlns:c16="http://schemas.microsoft.com/office/drawing/2014/chart" uri="{C3380CC4-5D6E-409C-BE32-E72D297353CC}">
                  <c16:uniqueId val="{0000000A-5A79-4D2B-8F2E-9530AEDEBCFE}"/>
                </c:ext>
              </c:extLst>
            </c:dLbl>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showLeaderLines val="1"/>
            <c:extLst>
              <c:ext xmlns:c15="http://schemas.microsoft.com/office/drawing/2012/chart" uri="{CE6537A1-D6FC-4f65-9D91-7224C49458BB}"/>
            </c:extLst>
          </c:dLbls>
          <c:cat>
            <c:strRef>
              <c:f>Subjective!$D$14:$D$20</c:f>
              <c:strCache>
                <c:ptCount val="6"/>
                <c:pt idx="0">
                  <c:v>busy</c:v>
                </c:pt>
                <c:pt idx="1">
                  <c:v>completed</c:v>
                </c:pt>
                <c:pt idx="2">
                  <c:v>failed</c:v>
                </c:pt>
                <c:pt idx="3">
                  <c:v>incomplete</c:v>
                </c:pt>
                <c:pt idx="4">
                  <c:v>N/A</c:v>
                </c:pt>
                <c:pt idx="5">
                  <c:v>no-answer</c:v>
                </c:pt>
              </c:strCache>
            </c:strRef>
          </c:cat>
          <c:val>
            <c:numRef>
              <c:f>Subjective!$E$14:$E$20</c:f>
              <c:numCache>
                <c:formatCode>General</c:formatCode>
                <c:ptCount val="6"/>
                <c:pt idx="0">
                  <c:v>1270</c:v>
                </c:pt>
                <c:pt idx="1">
                  <c:v>3453</c:v>
                </c:pt>
                <c:pt idx="2">
                  <c:v>1214</c:v>
                </c:pt>
                <c:pt idx="3">
                  <c:v>875</c:v>
                </c:pt>
                <c:pt idx="4">
                  <c:v>19486</c:v>
                </c:pt>
                <c:pt idx="5">
                  <c:v>1729</c:v>
                </c:pt>
              </c:numCache>
            </c:numRef>
          </c:val>
          <c:extLst>
            <c:ext xmlns:c16="http://schemas.microsoft.com/office/drawing/2014/chart" uri="{C3380CC4-5D6E-409C-BE32-E72D297353CC}">
              <c16:uniqueId val="{0000000B-5A79-4D2B-8F2E-9530AEDEBCFE}"/>
            </c:ext>
          </c:extLst>
        </c:ser>
        <c:dLbls>
          <c:dLblPos val="inEnd"/>
          <c:showLegendKey val="0"/>
          <c:showVal val="0"/>
          <c:showCatName val="0"/>
          <c:showSerName val="0"/>
          <c:showPercent val="1"/>
          <c:showBubbleSize val="0"/>
          <c:showLeaderLines val="1"/>
        </c:dLbls>
        <c:firstSliceAng val="0"/>
      </c:pieChart>
    </c:plotArea>
    <c:legend>
      <c:legendPos val="r"/>
      <c:layout>
        <c:manualLayout>
          <c:xMode val="edge"/>
          <c:yMode val="edge"/>
          <c:x val="0.6744575915782266"/>
          <c:y val="0.18629253374578178"/>
          <c:w val="0.29688273739153709"/>
          <c:h val="0.70329252360661698"/>
        </c:manualLayout>
      </c:layout>
      <c:overlay val="0"/>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[AstroSage_analysis_vikas.xlsx]Subjective!chat_status_pivot</c:name>
    <c:fmtId val="20"/>
  </c:pivotSource>
  <c:chart>
    <c:title>
      <c:tx>
        <c:rich>
          <a:bodyPr rot="0" vert="horz"/>
          <a:lstStyle/>
          <a:p>
            <a:pPr>
              <a:defRPr/>
            </a:pPr>
            <a:r>
              <a:rPr lang="en-IN" sz="1400"/>
              <a:t>Chat Status</a:t>
            </a:r>
          </a:p>
        </c:rich>
      </c:tx>
      <c:layout>
        <c:manualLayout>
          <c:xMode val="edge"/>
          <c:yMode val="edge"/>
          <c:x val="0.37795747330954166"/>
          <c:y val="2.2267832148723445E-2"/>
        </c:manualLayout>
      </c:layout>
      <c:overlay val="0"/>
    </c:title>
    <c:autoTitleDeleted val="0"/>
    <c:pivotFmts>
      <c:pivotFmt>
        <c:idx val="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2"/>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3"/>
        <c:dLbl>
          <c:idx val="0"/>
          <c:layout>
            <c:manualLayout>
              <c:x val="-0.33093585547215609"/>
              <c:y val="0.21840981698554651"/>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15:showDataLabelsRange val="0"/>
            </c:ext>
          </c:extLst>
        </c:dLbl>
      </c:pivotFmt>
      <c:pivotFmt>
        <c:idx val="4"/>
        <c:dLbl>
          <c:idx val="0"/>
          <c:layout>
            <c:manualLayout>
              <c:x val="0.31149597535700346"/>
              <c:y val="0.15960677426633887"/>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15:showDataLabelsRange val="0"/>
            </c:ext>
          </c:extLst>
        </c:dLbl>
      </c:pivotFmt>
      <c:pivotFmt>
        <c:idx val="5"/>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6"/>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7"/>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8"/>
        <c:dLbl>
          <c:idx val="0"/>
          <c:layout>
            <c:manualLayout>
              <c:x val="-0.33093585547215609"/>
              <c:y val="0.21840981698554651"/>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15:showDataLabelsRange val="0"/>
            </c:ext>
          </c:extLst>
        </c:dLbl>
      </c:pivotFmt>
      <c:pivotFmt>
        <c:idx val="9"/>
        <c:dLbl>
          <c:idx val="0"/>
          <c:layout>
            <c:manualLayout>
              <c:x val="0.31149597535700346"/>
              <c:y val="0.15960677426633887"/>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15:showDataLabelsRange val="0"/>
            </c:ext>
          </c:extLst>
        </c:dLbl>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3"/>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13"/>
        <c:spPr>
          <a:solidFill>
            <a:schemeClr val="accent4"/>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howDataLabelsRange val="0"/>
            </c:ext>
          </c:extLst>
        </c:dLbl>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4"/>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25"/>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showDataLabelsRange val="0"/>
            </c:ext>
          </c:extLst>
        </c:dLbl>
      </c:pivotFmt>
      <c:pivotFmt>
        <c:idx val="26"/>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showDataLabelsRange val="0"/>
            </c:ext>
          </c:extLst>
        </c:dLbl>
      </c:pivotFmt>
      <c:pivotFmt>
        <c:idx val="2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8"/>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showDataLabelsRange val="0"/>
            </c:ext>
          </c:extLst>
        </c:dLbl>
      </c:pivotFmt>
      <c:pivotFmt>
        <c:idx val="29"/>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1"/>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2"/>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showDataLabelsRange val="0"/>
            </c:ext>
          </c:extLst>
        </c:dLbl>
      </c:pivotFmt>
      <c:pivotFmt>
        <c:idx val="33"/>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showDataLabelsRange val="0"/>
            </c:ext>
          </c:extLst>
        </c:dLbl>
      </c:pivotFmt>
      <c:pivotFmt>
        <c:idx val="34"/>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showDataLabelsRange val="0"/>
            </c:ext>
          </c:extLst>
        </c:dLbl>
      </c:pivotFmt>
      <c:pivotFmt>
        <c:idx val="35"/>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6"/>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7"/>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8"/>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showDataLabelsRange val="0"/>
            </c:ext>
          </c:extLst>
        </c:dLbl>
      </c:pivotFmt>
      <c:pivotFmt>
        <c:idx val="39"/>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showDataLabelsRange val="0"/>
            </c:ext>
          </c:extLst>
        </c:dLbl>
      </c:pivotFmt>
      <c:pivotFmt>
        <c:idx val="40"/>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showDataLabelsRange val="0"/>
            </c:ext>
          </c:extLst>
        </c:dLbl>
      </c:pivotFmt>
      <c:pivotFmt>
        <c:idx val="41"/>
        <c:spPr>
          <a:solidFill>
            <a:schemeClr val="accent1">
              <a:lumMod val="20000"/>
              <a:lumOff val="80000"/>
            </a:schemeClr>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42"/>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43"/>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44"/>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showDataLabelsRange val="0"/>
            </c:ext>
          </c:extLst>
        </c:dLbl>
      </c:pivotFmt>
      <c:pivotFmt>
        <c:idx val="45"/>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showDataLabelsRange val="0"/>
            </c:ext>
          </c:extLst>
        </c:dLbl>
      </c:pivotFmt>
      <c:pivotFmt>
        <c:idx val="46"/>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0362139107611549"/>
              <c:y val="0.22871207692924847"/>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showDataLabelsRange val="0"/>
            </c:ext>
          </c:extLst>
        </c:dLbl>
      </c:pivotFmt>
      <c:pivotFmt>
        <c:idx val="47"/>
        <c:spPr>
          <a:solidFill>
            <a:schemeClr val="accent1">
              <a:lumMod val="20000"/>
              <a:lumOff val="80000"/>
            </a:scheme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48"/>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49"/>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50"/>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51"/>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2"/>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3"/>
        <c:spPr>
          <a:solidFill>
            <a:schemeClr val="accent1">
              <a:lumMod val="20000"/>
              <a:lumOff val="80000"/>
            </a:scheme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54"/>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55"/>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56"/>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57"/>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8"/>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9"/>
        <c:spPr>
          <a:solidFill>
            <a:schemeClr val="accent1">
              <a:lumMod val="20000"/>
              <a:lumOff val="80000"/>
            </a:schemeClr>
          </a:solidFill>
        </c:spPr>
        <c:marker>
          <c:symbol val="none"/>
        </c:marker>
        <c:dLbl>
          <c:idx val="0"/>
          <c:spPr>
            <a:noFill/>
            <a:ln>
              <a:noFill/>
            </a:ln>
            <a:effectLst/>
          </c:spPr>
          <c:txPr>
            <a:bodyPr wrap="square" lIns="38100" tIns="19050" rIns="38100" bIns="19050" anchor="ctr">
              <a:noAutofit/>
            </a:bodyPr>
            <a:lstStyle/>
            <a:p>
              <a:pPr>
                <a:defRPr>
                  <a:solidFill>
                    <a:schemeClr val="bg1"/>
                  </a:solidFill>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Lst>
        </c:dLbl>
      </c:pivotFmt>
      <c:pivotFmt>
        <c:idx val="60"/>
        <c:spPr>
          <a:solidFill>
            <a:srgbClr val="4F81BD">
              <a:lumMod val="75000"/>
            </a:srgbClr>
          </a:solidFill>
          <a:ln>
            <a:noFill/>
          </a:ln>
          <a:effectLst/>
          <a:scene3d>
            <a:camera prst="orthographicFront"/>
            <a:lightRig rig="brightRoom" dir="t"/>
          </a:scene3d>
          <a:sp3d prstMaterial="flat">
            <a:bevelT w="50800" h="101600" prst="angle"/>
            <a:contourClr>
              <a:srgbClr val="000000"/>
            </a:contourClr>
          </a:sp3d>
        </c:spPr>
        <c:dLbl>
          <c:idx val="0"/>
          <c:layout>
            <c:manualLayout>
              <c:x val="-0.18709484930155543"/>
              <c:y val="0.31218962673913542"/>
            </c:manualLayout>
          </c:layout>
          <c:tx>
            <c:rich>
              <a:bodyPr wrap="square" lIns="38100" tIns="19050" rIns="38100" bIns="19050" anchor="ctr">
                <a:noAutofit/>
              </a:bodyPr>
              <a:lstStyle/>
              <a:p>
                <a:pPr>
                  <a:defRPr>
                    <a:solidFill>
                      <a:schemeClr val="bg1"/>
                    </a:solidFill>
                  </a:defRPr>
                </a:pPr>
                <a:fld id="{CFF769AE-5F3B-4762-BC98-EF2563836F49}" type="CATEGORYNAME">
                  <a:rPr lang="en-US" sz="900"/>
                  <a:pPr>
                    <a:defRPr>
                      <a:solidFill>
                        <a:schemeClr val="bg1"/>
                      </a:solidFill>
                    </a:defRPr>
                  </a:pPr>
                  <a:t>[CATEGORY NAME]</a:t>
                </a:fld>
                <a:r>
                  <a:rPr lang="en-US" sz="900" baseline="0"/>
                  <a:t>
</a:t>
                </a:r>
                <a:fld id="{CB960EDD-6709-4A30-BB0B-D2742F178BB3}" type="PERCENTAGE">
                  <a:rPr lang="en-US" sz="900" baseline="0"/>
                  <a:pPr>
                    <a:defRPr>
                      <a:solidFill>
                        <a:schemeClr val="bg1"/>
                      </a:solidFill>
                    </a:defRPr>
                  </a:pPr>
                  <a:t>[PERCENTAGE]</a:t>
                </a:fld>
                <a:endParaRPr lang="en-US" sz="9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layout>
                <c:manualLayout>
                  <c:w val="0.30785772164385489"/>
                  <c:h val="0.29214630803892877"/>
                </c:manualLayout>
              </c15:layout>
              <c15:dlblFieldTable/>
              <c15:showDataLabelsRange val="0"/>
            </c:ext>
          </c:extLst>
        </c:dLbl>
      </c:pivotFmt>
      <c:pivotFmt>
        <c:idx val="61"/>
        <c:spPr>
          <a:solidFill>
            <a:srgbClr val="C0504D"/>
          </a:solidFill>
          <a:ln>
            <a:noFill/>
          </a:ln>
          <a:effectLst/>
          <a:scene3d>
            <a:camera prst="orthographicFront"/>
            <a:lightRig rig="brightRoom" dir="t"/>
          </a:scene3d>
          <a:sp3d prstMaterial="flat">
            <a:bevelT w="50800" h="101600" prst="angle"/>
            <a:contourClr>
              <a:srgbClr val="000000"/>
            </a:contourClr>
          </a:sp3d>
        </c:spPr>
        <c:dLbl>
          <c:idx val="0"/>
          <c:tx>
            <c:rich>
              <a:bodyPr wrap="square" lIns="38100" tIns="19050" rIns="38100" bIns="19050" anchor="ctr">
                <a:noAutofit/>
              </a:bodyPr>
              <a:lstStyle/>
              <a:p>
                <a:pPr>
                  <a:defRPr>
                    <a:solidFill>
                      <a:schemeClr val="bg1"/>
                    </a:solidFill>
                  </a:defRPr>
                </a:pPr>
                <a:fld id="{138FE822-98A5-4D25-9CB3-831FDEC9C891}" type="CATEGORYNAME">
                  <a:rPr lang="en-US" sz="900"/>
                  <a:pPr>
                    <a:defRPr>
                      <a:solidFill>
                        <a:schemeClr val="bg1"/>
                      </a:solidFill>
                    </a:defRPr>
                  </a:pPr>
                  <a:t>[CATEGORY NAME]</a:t>
                </a:fld>
                <a:r>
                  <a:rPr lang="en-US" sz="900" baseline="0"/>
                  <a:t>
</a:t>
                </a:r>
                <a:fld id="{2AADFEB1-EFE5-4EFF-B8A0-2FA8DBED8EEE}" type="PERCENTAGE">
                  <a:rPr lang="en-US" sz="900" baseline="0"/>
                  <a:pPr>
                    <a:defRPr>
                      <a:solidFill>
                        <a:schemeClr val="bg1"/>
                      </a:solidFill>
                    </a:defRPr>
                  </a:pPr>
                  <a:t>[PERCENTAGE]</a:t>
                </a:fld>
                <a:endParaRPr lang="en-US" sz="900" baseline="0"/>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dlblFieldTable/>
              <c15:showDataLabelsRange val="0"/>
            </c:ext>
          </c:extLst>
        </c:dLbl>
      </c:pivotFmt>
      <c:pivotFmt>
        <c:idx val="62"/>
        <c:spPr>
          <a:solidFill>
            <a:srgbClr val="FFFFFF">
              <a:lumMod val="50000"/>
            </a:srgbClr>
          </a:solidFill>
          <a:ln>
            <a:noFill/>
          </a:ln>
          <a:effectLst/>
          <a:scene3d>
            <a:camera prst="orthographicFront"/>
            <a:lightRig rig="brightRoom" dir="t"/>
          </a:scene3d>
          <a:sp3d prstMaterial="flat">
            <a:bevelT w="50800" h="101600" prst="angle"/>
            <a:contourClr>
              <a:srgbClr val="000000"/>
            </a:contourClr>
          </a:sp3d>
        </c:spPr>
        <c:dLbl>
          <c:idx val="0"/>
          <c:layout>
            <c:manualLayout>
              <c:x val="0.2062137786467966"/>
              <c:y val="0.23225501126518477"/>
            </c:manualLayout>
          </c:layout>
          <c:tx>
            <c:rich>
              <a:bodyPr wrap="square" lIns="38100" tIns="19050" rIns="38100" bIns="19050" anchor="ctr">
                <a:noAutofit/>
              </a:bodyPr>
              <a:lstStyle/>
              <a:p>
                <a:pPr>
                  <a:defRPr>
                    <a:solidFill>
                      <a:schemeClr val="bg1"/>
                    </a:solidFill>
                  </a:defRPr>
                </a:pPr>
                <a:fld id="{F0345D9B-B205-4B8C-BC89-E682F5EC2A90}" type="CATEGORYNAME">
                  <a:rPr lang="en-US" sz="800"/>
                  <a:pPr>
                    <a:defRPr>
                      <a:solidFill>
                        <a:schemeClr val="bg1"/>
                      </a:solidFill>
                    </a:defRPr>
                  </a:pPr>
                  <a:t>[CATEGORY NAME]</a:t>
                </a:fld>
                <a:r>
                  <a:rPr lang="en-US" sz="800" baseline="0"/>
                  <a:t>
</a:t>
                </a:r>
                <a:fld id="{3186DC12-2189-4364-B861-658800BA7A19}" type="PERCENTAGE">
                  <a:rPr lang="en-US" sz="800" baseline="0"/>
                  <a:pPr>
                    <a:defRPr>
                      <a:solidFill>
                        <a:schemeClr val="bg1"/>
                      </a:solidFill>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layout>
                <c:manualLayout>
                  <c:w val="0.26887605911677148"/>
                  <c:h val="0.23816400715397301"/>
                </c:manualLayout>
              </c15:layout>
              <c15:dlblFieldTable/>
              <c15:showDataLabelsRange val="0"/>
            </c:ext>
          </c:extLst>
        </c:dLbl>
      </c:pivotFmt>
      <c:pivotFmt>
        <c:idx val="63"/>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9.0430516655216758E-2"/>
              <c:y val="0.23669024225954058"/>
            </c:manualLayout>
          </c:layout>
          <c:tx>
            <c:rich>
              <a:bodyPr wrap="square" lIns="38100" tIns="19050" rIns="38100" bIns="19050" anchor="ctr">
                <a:noAutofit/>
              </a:bodyPr>
              <a:lstStyle/>
              <a:p>
                <a:pPr>
                  <a:defRPr>
                    <a:solidFill>
                      <a:schemeClr val="bg1"/>
                    </a:solidFill>
                  </a:defRPr>
                </a:pPr>
                <a:fld id="{A7C9B5E4-CF72-49AF-ACAE-8E74DB1CFEDF}" type="CATEGORYNAME">
                  <a:rPr lang="en-US" sz="900"/>
                  <a:pPr>
                    <a:defRPr>
                      <a:solidFill>
                        <a:schemeClr val="bg1"/>
                      </a:solidFill>
                    </a:defRPr>
                  </a:pPr>
                  <a:t>[CATEGORY NAME]</a:t>
                </a:fld>
                <a:r>
                  <a:rPr lang="en-US" sz="900" baseline="0"/>
                  <a:t>
</a:t>
                </a:r>
                <a:fld id="{1F4F1112-57B6-4732-A0E8-7FE89769457B}" type="PERCENTAGE">
                  <a:rPr lang="en-US" sz="900" baseline="0"/>
                  <a:pPr>
                    <a:defRPr>
                      <a:solidFill>
                        <a:schemeClr val="bg1"/>
                      </a:solidFill>
                    </a:defRPr>
                  </a:pPr>
                  <a:t>[PERCENTAGE]</a:t>
                </a:fld>
                <a:endParaRPr lang="en-US" sz="9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layout>
                <c:manualLayout>
                  <c:w val="0.29804250559284118"/>
                  <c:h val="0.29214630803892877"/>
                </c:manualLayout>
              </c15:layout>
              <c15:dlblFieldTable/>
              <c15:showDataLabelsRange val="0"/>
            </c:ext>
          </c:extLst>
        </c:dLbl>
      </c:pivotFmt>
      <c:pivotFmt>
        <c:idx val="64"/>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8.3244376332153008E-2"/>
              <c:y val="0.20994181590133093"/>
            </c:manualLayout>
          </c:layout>
          <c:tx>
            <c:rich>
              <a:bodyPr wrap="square" lIns="38100" tIns="19050" rIns="38100" bIns="19050" anchor="ctr">
                <a:noAutofit/>
              </a:bodyPr>
              <a:lstStyle/>
              <a:p>
                <a:pPr>
                  <a:defRPr>
                    <a:solidFill>
                      <a:schemeClr val="bg1"/>
                    </a:solidFill>
                  </a:defRPr>
                </a:pPr>
                <a:fld id="{65E41321-BB9A-400B-B912-E6A4B22EFD4A}" type="CATEGORYNAME">
                  <a:rPr lang="en-US" sz="900"/>
                  <a:pPr>
                    <a:defRPr>
                      <a:solidFill>
                        <a:schemeClr val="bg1"/>
                      </a:solidFill>
                    </a:defRPr>
                  </a:pPr>
                  <a:t>[CATEGORY NAME]</a:t>
                </a:fld>
                <a:r>
                  <a:rPr lang="en-US" sz="900" baseline="0"/>
                  <a:t>
</a:t>
                </a:r>
                <a:fld id="{5C82FD24-9F64-4565-A0D6-33FB272787C1}" type="PERCENTAGE">
                  <a:rPr lang="en-US" sz="900" baseline="0"/>
                  <a:pPr>
                    <a:defRPr>
                      <a:solidFill>
                        <a:schemeClr val="bg1"/>
                      </a:solidFill>
                    </a:defRPr>
                  </a:pPr>
                  <a:t>[PERCENTAGE]</a:t>
                </a:fld>
                <a:endParaRPr lang="en-US" sz="9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32399593087776779"/>
                  <c:h val="0.2006445543864539"/>
                </c:manualLayout>
              </c15:layout>
              <c15:dlblFieldTable/>
              <c15:showDataLabelsRange val="0"/>
            </c:ext>
          </c:extLst>
        </c:dLbl>
      </c:pivotFmt>
      <c:pivotFmt>
        <c:idx val="65"/>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6"/>
        <c:spPr>
          <a:solidFill>
            <a:srgbClr val="C0504D"/>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7"/>
        <c:spPr>
          <a:solidFill>
            <a:srgbClr val="FFFFFF">
              <a:lumMod val="50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8"/>
        <c:spPr>
          <a:solidFill>
            <a:srgbClr val="FFFFFF">
              <a:lumMod val="85000"/>
            </a:srgbClr>
          </a:solidFill>
        </c:spPr>
        <c:dLbl>
          <c:idx val="0"/>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69"/>
        <c:spPr>
          <a:solidFill>
            <a:srgbClr val="4F81BD">
              <a:lumMod val="50000"/>
            </a:srgbClr>
          </a:solidFill>
          <a:ln>
            <a:solidFill>
              <a:srgbClr val="4F81BD">
                <a:lumMod val="40000"/>
                <a:lumOff val="60000"/>
              </a:srgbClr>
            </a:solidFill>
          </a:ln>
        </c:spPr>
        <c:dLbl>
          <c:idx val="0"/>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0"/>
        <c:spPr>
          <a:solidFill>
            <a:srgbClr val="4F81BD">
              <a:lumMod val="75000"/>
            </a:srgb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71"/>
        <c:spPr>
          <a:solidFill>
            <a:srgbClr val="FFFFFF">
              <a:lumMod val="65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2"/>
        <c:spPr>
          <a:solidFill>
            <a:srgbClr val="4F81BD">
              <a:lumMod val="75000"/>
            </a:srgb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73"/>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4"/>
        <c:spPr>
          <a:solidFill>
            <a:srgbClr val="C0504D"/>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5"/>
        <c:spPr>
          <a:solidFill>
            <a:srgbClr val="FFFFFF">
              <a:lumMod val="50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6"/>
        <c:spPr>
          <a:solidFill>
            <a:srgbClr val="FFFFFF">
              <a:lumMod val="65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7"/>
        <c:spPr>
          <a:solidFill>
            <a:srgbClr val="FFFFFF">
              <a:lumMod val="85000"/>
            </a:srgbClr>
          </a:solidFill>
        </c:spPr>
        <c:dLbl>
          <c:idx val="0"/>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8"/>
        <c:spPr>
          <a:solidFill>
            <a:srgbClr val="4F81BD">
              <a:lumMod val="50000"/>
            </a:srgbClr>
          </a:solidFill>
          <a:ln>
            <a:solidFill>
              <a:srgbClr val="4F81BD">
                <a:lumMod val="40000"/>
                <a:lumOff val="60000"/>
              </a:srgbClr>
            </a:solidFill>
          </a:ln>
        </c:spPr>
        <c:dLbl>
          <c:idx val="0"/>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9"/>
        <c:spPr>
          <a:solidFill>
            <a:srgbClr val="4F81BD">
              <a:lumMod val="75000"/>
            </a:srgb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80"/>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1"/>
        <c:spPr>
          <a:solidFill>
            <a:srgbClr val="C0504D"/>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2"/>
        <c:spPr>
          <a:solidFill>
            <a:srgbClr val="FFFFFF">
              <a:lumMod val="50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3"/>
        <c:spPr>
          <a:solidFill>
            <a:srgbClr val="FFFFFF">
              <a:lumMod val="65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4"/>
        <c:spPr>
          <a:solidFill>
            <a:srgbClr val="FFFFFF">
              <a:lumMod val="85000"/>
            </a:srgbClr>
          </a:solidFill>
        </c:spPr>
        <c:dLbl>
          <c:idx val="0"/>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85"/>
        <c:spPr>
          <a:solidFill>
            <a:srgbClr val="4F81BD">
              <a:lumMod val="50000"/>
            </a:srgbClr>
          </a:solidFill>
          <a:ln>
            <a:solidFill>
              <a:srgbClr val="4F81BD">
                <a:lumMod val="40000"/>
                <a:lumOff val="60000"/>
              </a:srgbClr>
            </a:solidFill>
          </a:ln>
        </c:spPr>
        <c:dLbl>
          <c:idx val="0"/>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9.4098554582085672E-2"/>
          <c:y val="0.17795159454625695"/>
          <c:w val="0.58534383202099738"/>
          <c:h val="0.7668259808135337"/>
        </c:manualLayout>
      </c:layout>
      <c:pieChart>
        <c:varyColors val="1"/>
        <c:ser>
          <c:idx val="0"/>
          <c:order val="0"/>
          <c:tx>
            <c:strRef>
              <c:f>Subjective!$E$23</c:f>
              <c:strCache>
                <c:ptCount val="1"/>
                <c:pt idx="0">
                  <c:v>Total</c:v>
                </c:pt>
              </c:strCache>
            </c:strRef>
          </c:tx>
          <c:spPr>
            <a:solidFill>
              <a:srgbClr val="4F81BD">
                <a:lumMod val="75000"/>
              </a:srgbClr>
            </a:solidFill>
          </c:spPr>
          <c:dPt>
            <c:idx val="0"/>
            <c:bubble3D val="0"/>
            <c:extLst>
              <c:ext xmlns:c16="http://schemas.microsoft.com/office/drawing/2014/chart" uri="{C3380CC4-5D6E-409C-BE32-E72D297353CC}">
                <c16:uniqueId val="{00000000-F368-4EEC-89BF-C45C7301C3F2}"/>
              </c:ext>
            </c:extLst>
          </c:dPt>
          <c:dPt>
            <c:idx val="1"/>
            <c:bubble3D val="0"/>
            <c:spPr>
              <a:solidFill>
                <a:srgbClr val="C0504D"/>
              </a:solidFill>
            </c:spPr>
            <c:extLst>
              <c:ext xmlns:c16="http://schemas.microsoft.com/office/drawing/2014/chart" uri="{C3380CC4-5D6E-409C-BE32-E72D297353CC}">
                <c16:uniqueId val="{00000002-F368-4EEC-89BF-C45C7301C3F2}"/>
              </c:ext>
            </c:extLst>
          </c:dPt>
          <c:dPt>
            <c:idx val="2"/>
            <c:bubble3D val="0"/>
            <c:spPr>
              <a:solidFill>
                <a:srgbClr val="FFFFFF">
                  <a:lumMod val="50000"/>
                </a:srgbClr>
              </a:solidFill>
            </c:spPr>
            <c:extLst>
              <c:ext xmlns:c16="http://schemas.microsoft.com/office/drawing/2014/chart" uri="{C3380CC4-5D6E-409C-BE32-E72D297353CC}">
                <c16:uniqueId val="{00000004-F368-4EEC-89BF-C45C7301C3F2}"/>
              </c:ext>
            </c:extLst>
          </c:dPt>
          <c:dPt>
            <c:idx val="3"/>
            <c:bubble3D val="0"/>
            <c:spPr>
              <a:solidFill>
                <a:srgbClr val="FFFFFF">
                  <a:lumMod val="65000"/>
                </a:srgbClr>
              </a:solidFill>
            </c:spPr>
            <c:extLst>
              <c:ext xmlns:c16="http://schemas.microsoft.com/office/drawing/2014/chart" uri="{C3380CC4-5D6E-409C-BE32-E72D297353CC}">
                <c16:uniqueId val="{00000006-F368-4EEC-89BF-C45C7301C3F2}"/>
              </c:ext>
            </c:extLst>
          </c:dPt>
          <c:dPt>
            <c:idx val="4"/>
            <c:bubble3D val="0"/>
            <c:spPr>
              <a:solidFill>
                <a:srgbClr val="FFFFFF">
                  <a:lumMod val="85000"/>
                </a:srgbClr>
              </a:solidFill>
            </c:spPr>
            <c:extLst>
              <c:ext xmlns:c16="http://schemas.microsoft.com/office/drawing/2014/chart" uri="{C3380CC4-5D6E-409C-BE32-E72D297353CC}">
                <c16:uniqueId val="{00000008-F368-4EEC-89BF-C45C7301C3F2}"/>
              </c:ext>
            </c:extLst>
          </c:dPt>
          <c:dPt>
            <c:idx val="5"/>
            <c:bubble3D val="0"/>
            <c:spPr>
              <a:solidFill>
                <a:srgbClr val="4F81BD">
                  <a:lumMod val="50000"/>
                </a:srgbClr>
              </a:solidFill>
              <a:ln>
                <a:solidFill>
                  <a:srgbClr val="4F81BD">
                    <a:lumMod val="40000"/>
                    <a:lumOff val="60000"/>
                  </a:srgbClr>
                </a:solidFill>
              </a:ln>
            </c:spPr>
            <c:extLst>
              <c:ext xmlns:c16="http://schemas.microsoft.com/office/drawing/2014/chart" uri="{C3380CC4-5D6E-409C-BE32-E72D297353CC}">
                <c16:uniqueId val="{0000000A-F368-4EEC-89BF-C45C7301C3F2}"/>
              </c:ext>
            </c:extLst>
          </c:dPt>
          <c:dLbls>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0-F368-4EEC-89BF-C45C7301C3F2}"/>
                </c:ext>
              </c:extLst>
            </c:dLbl>
            <c:dLbl>
              <c:idx val="1"/>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F368-4EEC-89BF-C45C7301C3F2}"/>
                </c:ext>
              </c:extLst>
            </c:dLbl>
            <c:dLbl>
              <c:idx val="2"/>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4-F368-4EEC-89BF-C45C7301C3F2}"/>
                </c:ext>
              </c:extLst>
            </c:dLbl>
            <c:dLbl>
              <c:idx val="3"/>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6-F368-4EEC-89BF-C45C7301C3F2}"/>
                </c:ext>
              </c:extLst>
            </c:dLbl>
            <c:dLbl>
              <c:idx val="4"/>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8-F368-4EEC-89BF-C45C7301C3F2}"/>
                </c:ext>
              </c:extLst>
            </c:dLbl>
            <c:dLbl>
              <c:idx val="5"/>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A-F368-4EEC-89BF-C45C7301C3F2}"/>
                </c:ext>
              </c:extLst>
            </c:dLbl>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showLeaderLines val="1"/>
            <c:extLst>
              <c:ext xmlns:c15="http://schemas.microsoft.com/office/drawing/2012/chart" uri="{CE6537A1-D6FC-4f65-9D91-7224C49458BB}"/>
            </c:extLst>
          </c:dLbls>
          <c:cat>
            <c:strRef>
              <c:f>Subjective!$D$24:$D$30</c:f>
              <c:strCache>
                <c:ptCount val="6"/>
                <c:pt idx="0">
                  <c:v>completed</c:v>
                </c:pt>
                <c:pt idx="1">
                  <c:v>failed</c:v>
                </c:pt>
                <c:pt idx="2">
                  <c:v>incomplete</c:v>
                </c:pt>
                <c:pt idx="3">
                  <c:v>N/A</c:v>
                </c:pt>
                <c:pt idx="4">
                  <c:v>pending</c:v>
                </c:pt>
                <c:pt idx="5">
                  <c:v>started</c:v>
                </c:pt>
              </c:strCache>
            </c:strRef>
          </c:cat>
          <c:val>
            <c:numRef>
              <c:f>Subjective!$E$24:$E$30</c:f>
              <c:numCache>
                <c:formatCode>General</c:formatCode>
                <c:ptCount val="6"/>
                <c:pt idx="0">
                  <c:v>5535</c:v>
                </c:pt>
                <c:pt idx="1">
                  <c:v>7256</c:v>
                </c:pt>
                <c:pt idx="2">
                  <c:v>6641</c:v>
                </c:pt>
                <c:pt idx="3">
                  <c:v>8512</c:v>
                </c:pt>
                <c:pt idx="4">
                  <c:v>48</c:v>
                </c:pt>
                <c:pt idx="5">
                  <c:v>35</c:v>
                </c:pt>
              </c:numCache>
            </c:numRef>
          </c:val>
          <c:extLst>
            <c:ext xmlns:c16="http://schemas.microsoft.com/office/drawing/2014/chart" uri="{C3380CC4-5D6E-409C-BE32-E72D297353CC}">
              <c16:uniqueId val="{0000000B-F368-4EEC-89BF-C45C7301C3F2}"/>
            </c:ext>
          </c:extLst>
        </c:ser>
        <c:dLbls>
          <c:dLblPos val="inEnd"/>
          <c:showLegendKey val="0"/>
          <c:showVal val="0"/>
          <c:showCatName val="0"/>
          <c:showSerName val="0"/>
          <c:showPercent val="1"/>
          <c:showBubbleSize val="0"/>
          <c:showLeaderLines val="1"/>
        </c:dLbls>
        <c:firstSliceAng val="0"/>
      </c:pieChart>
    </c:plotArea>
    <c:legend>
      <c:legendPos val="r"/>
      <c:layout>
        <c:manualLayout>
          <c:xMode val="edge"/>
          <c:yMode val="edge"/>
          <c:x val="0.67662082732616169"/>
          <c:y val="0.21856723108726453"/>
          <c:w val="0.29521015858933125"/>
          <c:h val="0.70193568500875692"/>
        </c:manualLayout>
      </c:layout>
      <c:overlay val="0"/>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[AstroSage_analysis_vikas.xlsx]Subjective!hourly_user_distribution</c:name>
    <c:fmtId val="52"/>
  </c:pivotSource>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b="1">
                <a:solidFill>
                  <a:schemeClr val="accent1">
                    <a:lumMod val="50000"/>
                  </a:schemeClr>
                </a:solidFill>
              </a:rPr>
              <a:t>Hourly</a:t>
            </a:r>
            <a:r>
              <a:rPr lang="en-US" b="1" baseline="0">
                <a:solidFill>
                  <a:schemeClr val="accent1">
                    <a:lumMod val="50000"/>
                  </a:schemeClr>
                </a:solidFill>
              </a:rPr>
              <a:t> User Volume</a:t>
            </a:r>
            <a:endParaRPr lang="en-US" b="1">
              <a:solidFill>
                <a:schemeClr val="accent1">
                  <a:lumMod val="50000"/>
                </a:schemeClr>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w="28575" cap="rnd">
            <a:solidFill>
              <a:schemeClr val="accent1"/>
            </a:solidFill>
            <a:round/>
          </a:ln>
          <a:effectLst/>
        </c:spPr>
        <c:marker>
          <c:symbol val="none"/>
        </c:marker>
      </c:pivotFmt>
      <c:pivotFmt>
        <c:idx val="4"/>
        <c:spPr>
          <a:solidFill>
            <a:schemeClr val="accent1"/>
          </a:solidFill>
          <a:ln w="28575" cap="rnd">
            <a:solidFill>
              <a:schemeClr val="accent1"/>
            </a:solidFill>
            <a:round/>
          </a:ln>
          <a:effectLst/>
        </c:spPr>
        <c:marker>
          <c:symbol val="none"/>
        </c:marker>
      </c:pivotFmt>
      <c:pivotFmt>
        <c:idx val="5"/>
        <c:spPr>
          <a:solidFill>
            <a:schemeClr val="accent1"/>
          </a:solidFill>
          <a:ln w="28575" cap="rnd">
            <a:solidFill>
              <a:schemeClr val="accent1"/>
            </a:solidFill>
            <a:round/>
          </a:ln>
          <a:effectLst/>
        </c:spPr>
        <c:marker>
          <c:symbol val="none"/>
        </c:marker>
      </c:pivotFmt>
      <c:pivotFmt>
        <c:idx val="6"/>
        <c:spPr>
          <a:solidFill>
            <a:schemeClr val="accent1"/>
          </a:solidFill>
          <a:ln w="28575" cap="rnd">
            <a:solidFill>
              <a:schemeClr val="accent1"/>
            </a:solidFill>
            <a:round/>
          </a:ln>
          <a:effectLst/>
        </c:spPr>
        <c:marker>
          <c:symbol val="none"/>
        </c:marker>
      </c:pivotFmt>
    </c:pivotFmts>
    <c:plotArea>
      <c:layout/>
      <c:lineChart>
        <c:grouping val="stacked"/>
        <c:varyColors val="0"/>
        <c:ser>
          <c:idx val="0"/>
          <c:order val="0"/>
          <c:tx>
            <c:strRef>
              <c:f>Subjective!$O$3</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Subjective!$N$4:$N$28</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Subjective!$O$4:$O$28</c:f>
              <c:numCache>
                <c:formatCode>General</c:formatCode>
                <c:ptCount val="24"/>
                <c:pt idx="0">
                  <c:v>226</c:v>
                </c:pt>
                <c:pt idx="1">
                  <c:v>304</c:v>
                </c:pt>
                <c:pt idx="2">
                  <c:v>560</c:v>
                </c:pt>
                <c:pt idx="3">
                  <c:v>856</c:v>
                </c:pt>
                <c:pt idx="4">
                  <c:v>1153</c:v>
                </c:pt>
                <c:pt idx="5">
                  <c:v>1438</c:v>
                </c:pt>
                <c:pt idx="6">
                  <c:v>1855</c:v>
                </c:pt>
                <c:pt idx="7">
                  <c:v>1664</c:v>
                </c:pt>
                <c:pt idx="8">
                  <c:v>1875</c:v>
                </c:pt>
                <c:pt idx="9">
                  <c:v>1673</c:v>
                </c:pt>
                <c:pt idx="10">
                  <c:v>1704</c:v>
                </c:pt>
                <c:pt idx="11">
                  <c:v>1472</c:v>
                </c:pt>
                <c:pt idx="12">
                  <c:v>1591</c:v>
                </c:pt>
                <c:pt idx="13">
                  <c:v>1574</c:v>
                </c:pt>
                <c:pt idx="14">
                  <c:v>1673</c:v>
                </c:pt>
                <c:pt idx="15">
                  <c:v>1747</c:v>
                </c:pt>
                <c:pt idx="16">
                  <c:v>1773</c:v>
                </c:pt>
                <c:pt idx="17">
                  <c:v>1443</c:v>
                </c:pt>
                <c:pt idx="18">
                  <c:v>1099</c:v>
                </c:pt>
                <c:pt idx="19">
                  <c:v>912</c:v>
                </c:pt>
                <c:pt idx="20">
                  <c:v>553</c:v>
                </c:pt>
                <c:pt idx="21">
                  <c:v>347</c:v>
                </c:pt>
                <c:pt idx="22">
                  <c:v>268</c:v>
                </c:pt>
                <c:pt idx="23">
                  <c:v>267</c:v>
                </c:pt>
              </c:numCache>
            </c:numRef>
          </c:val>
          <c:smooth val="0"/>
          <c:extLst>
            <c:ext xmlns:c16="http://schemas.microsoft.com/office/drawing/2014/chart" uri="{C3380CC4-5D6E-409C-BE32-E72D297353CC}">
              <c16:uniqueId val="{00000000-DA81-4707-A1D5-8AE28C752B0E}"/>
            </c:ext>
          </c:extLst>
        </c:ser>
        <c:dLbls>
          <c:dLblPos val="t"/>
          <c:showLegendKey val="0"/>
          <c:showVal val="1"/>
          <c:showCatName val="0"/>
          <c:showSerName val="0"/>
          <c:showPercent val="0"/>
          <c:showBubbleSize val="0"/>
        </c:dLbls>
        <c:smooth val="0"/>
        <c:axId val="966447679"/>
        <c:axId val="966461823"/>
      </c:lineChart>
      <c:catAx>
        <c:axId val="966447679"/>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IN" b="1">
                    <a:solidFill>
                      <a:schemeClr val="tx1"/>
                    </a:solidFill>
                  </a:rPr>
                  <a:t>Hours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61823"/>
        <c:crosses val="autoZero"/>
        <c:auto val="1"/>
        <c:lblAlgn val="ctr"/>
        <c:lblOffset val="100"/>
        <c:noMultiLvlLbl val="0"/>
      </c:catAx>
      <c:valAx>
        <c:axId val="9664618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IN" b="1">
                    <a:solidFill>
                      <a:schemeClr val="tx1"/>
                    </a:solidFill>
                  </a:rPr>
                  <a:t>User</a:t>
                </a:r>
                <a:r>
                  <a:rPr lang="en-IN" b="1" baseline="0">
                    <a:solidFill>
                      <a:schemeClr val="tx1"/>
                    </a:solidFill>
                  </a:rPr>
                  <a:t> Volume</a:t>
                </a:r>
                <a:endParaRPr lang="en-IN" b="1">
                  <a:solidFill>
                    <a:schemeClr val="tx1"/>
                  </a:solidFill>
                </a:endParaRP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47679"/>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[AstroSage_analysis_vikas.xlsx]Subjective!Guru_rating</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accent1">
                    <a:lumMod val="50000"/>
                  </a:schemeClr>
                </a:solidFill>
              </a:rPr>
              <a:t>Rating wise User Distribution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
        <c:idx val="6"/>
        <c:spPr>
          <a:solidFill>
            <a:schemeClr val="accent1"/>
          </a:solidFill>
          <a:ln>
            <a:noFill/>
          </a:ln>
          <a:effectLst/>
        </c:spPr>
        <c:marker>
          <c:symbol val="none"/>
        </c:marker>
      </c:pivotFmt>
    </c:pivotFmts>
    <c:plotArea>
      <c:layout/>
      <c:barChart>
        <c:barDir val="col"/>
        <c:grouping val="clustered"/>
        <c:varyColors val="0"/>
        <c:ser>
          <c:idx val="0"/>
          <c:order val="0"/>
          <c:tx>
            <c:strRef>
              <c:f>Subjective!$R$3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Subjective!$Q$4:$Q$13</c:f>
              <c:strCache>
                <c:ptCount val="9"/>
                <c:pt idx="0">
                  <c:v>0</c:v>
                </c:pt>
                <c:pt idx="1">
                  <c:v>1</c:v>
                </c:pt>
                <c:pt idx="2">
                  <c:v>2</c:v>
                </c:pt>
                <c:pt idx="3">
                  <c:v>3</c:v>
                </c:pt>
                <c:pt idx="4">
                  <c:v>4</c:v>
                </c:pt>
                <c:pt idx="5">
                  <c:v>5</c:v>
                </c:pt>
                <c:pt idx="6">
                  <c:v>6</c:v>
                </c:pt>
                <c:pt idx="7">
                  <c:v>7</c:v>
                </c:pt>
                <c:pt idx="8">
                  <c:v>8</c:v>
                </c:pt>
              </c:strCache>
            </c:strRef>
          </c:cat>
          <c:val>
            <c:numRef>
              <c:f>Subjective!$R$4:$R$13</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AFD1-4087-8685-862BF3BEFA88}"/>
            </c:ext>
          </c:extLst>
        </c:ser>
        <c:dLbls>
          <c:dLblPos val="outEnd"/>
          <c:showLegendKey val="0"/>
          <c:showVal val="1"/>
          <c:showCatName val="0"/>
          <c:showSerName val="0"/>
          <c:showPercent val="0"/>
          <c:showBubbleSize val="0"/>
        </c:dLbls>
        <c:gapWidth val="219"/>
        <c:overlap val="-27"/>
        <c:axId val="777020511"/>
        <c:axId val="777017183"/>
      </c:barChart>
      <c:catAx>
        <c:axId val="777020511"/>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Rating</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777017183"/>
        <c:crosses val="autoZero"/>
        <c:auto val="1"/>
        <c:lblAlgn val="ctr"/>
        <c:lblOffset val="100"/>
        <c:noMultiLvlLbl val="0"/>
      </c:catAx>
      <c:valAx>
        <c:axId val="777017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Users Rating</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777020511"/>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7886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48780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4187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78468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6791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46644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09849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0786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8172424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5209218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50" dirty="0">
              <a:solidFill>
                <a:schemeClr val="accent1">
                  <a:lumMod val="60000"/>
                  <a:lumOff val="40000"/>
                </a:schemeClr>
              </a:solidFill>
              <a:latin typeface="Arial"/>
            </a:endParaRPr>
          </a:p>
        </p:txBody>
      </p:sp>
    </p:spTree>
    <p:extLst>
      <p:ext uri="{BB962C8B-B14F-4D97-AF65-F5344CB8AC3E}">
        <p14:creationId xmlns:p14="http://schemas.microsoft.com/office/powerpoint/2010/main" val="373452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1405204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7462520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5720139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84350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933314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1"/>
        <p:cNvGrpSpPr/>
        <p:nvPr/>
      </p:nvGrpSpPr>
      <p:grpSpPr>
        <a:xfrm>
          <a:off x="0" y="0"/>
          <a:ext cx="0" cy="0"/>
          <a:chOff x="0" y="0"/>
          <a:chExt cx="0" cy="0"/>
        </a:xfrm>
      </p:grpSpPr>
      <p:sp>
        <p:nvSpPr>
          <p:cNvPr id="12" name="Google Shape;12;p29"/>
          <p:cNvSpPr txBox="1">
            <a:spLocks noGrp="1"/>
          </p:cNvSpPr>
          <p:nvPr>
            <p:ph type="title"/>
          </p:nvPr>
        </p:nvSpPr>
        <p:spPr>
          <a:xfrm>
            <a:off x="876900" y="874250"/>
            <a:ext cx="4387500" cy="26325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3000"/>
              <a:buFont typeface="Calibri"/>
              <a:buNone/>
              <a:defRPr sz="7500"/>
            </a:lvl1pPr>
            <a:lvl2pPr lvl="1">
              <a:lnSpc>
                <a:spcPct val="80000"/>
              </a:lnSpc>
              <a:spcBef>
                <a:spcPts val="0"/>
              </a:spcBef>
              <a:spcAft>
                <a:spcPts val="0"/>
              </a:spcAft>
              <a:buSzPts val="3000"/>
              <a:buFont typeface="Quantico"/>
              <a:buNone/>
              <a:defRPr sz="7500">
                <a:latin typeface="Quantico"/>
                <a:ea typeface="Quantico"/>
                <a:cs typeface="Quantico"/>
                <a:sym typeface="Quantico"/>
              </a:defRPr>
            </a:lvl2pPr>
            <a:lvl3pPr lvl="2">
              <a:lnSpc>
                <a:spcPct val="80000"/>
              </a:lnSpc>
              <a:spcBef>
                <a:spcPts val="0"/>
              </a:spcBef>
              <a:spcAft>
                <a:spcPts val="0"/>
              </a:spcAft>
              <a:buSzPts val="3000"/>
              <a:buFont typeface="Quantico"/>
              <a:buNone/>
              <a:defRPr sz="7500">
                <a:latin typeface="Quantico"/>
                <a:ea typeface="Quantico"/>
                <a:cs typeface="Quantico"/>
                <a:sym typeface="Quantico"/>
              </a:defRPr>
            </a:lvl3pPr>
            <a:lvl4pPr lvl="3">
              <a:lnSpc>
                <a:spcPct val="80000"/>
              </a:lnSpc>
              <a:spcBef>
                <a:spcPts val="0"/>
              </a:spcBef>
              <a:spcAft>
                <a:spcPts val="0"/>
              </a:spcAft>
              <a:buSzPts val="3000"/>
              <a:buFont typeface="Quantico"/>
              <a:buNone/>
              <a:defRPr sz="7500">
                <a:latin typeface="Quantico"/>
                <a:ea typeface="Quantico"/>
                <a:cs typeface="Quantico"/>
                <a:sym typeface="Quantico"/>
              </a:defRPr>
            </a:lvl4pPr>
            <a:lvl5pPr lvl="4">
              <a:lnSpc>
                <a:spcPct val="80000"/>
              </a:lnSpc>
              <a:spcBef>
                <a:spcPts val="0"/>
              </a:spcBef>
              <a:spcAft>
                <a:spcPts val="0"/>
              </a:spcAft>
              <a:buSzPts val="3000"/>
              <a:buFont typeface="Quantico"/>
              <a:buNone/>
              <a:defRPr sz="7500">
                <a:latin typeface="Quantico"/>
                <a:ea typeface="Quantico"/>
                <a:cs typeface="Quantico"/>
                <a:sym typeface="Quantico"/>
              </a:defRPr>
            </a:lvl5pPr>
            <a:lvl6pPr lvl="5">
              <a:lnSpc>
                <a:spcPct val="80000"/>
              </a:lnSpc>
              <a:spcBef>
                <a:spcPts val="0"/>
              </a:spcBef>
              <a:spcAft>
                <a:spcPts val="0"/>
              </a:spcAft>
              <a:buSzPts val="3000"/>
              <a:buFont typeface="Quantico"/>
              <a:buNone/>
              <a:defRPr sz="7500">
                <a:latin typeface="Quantico"/>
                <a:ea typeface="Quantico"/>
                <a:cs typeface="Quantico"/>
                <a:sym typeface="Quantico"/>
              </a:defRPr>
            </a:lvl6pPr>
            <a:lvl7pPr lvl="6">
              <a:lnSpc>
                <a:spcPct val="80000"/>
              </a:lnSpc>
              <a:spcBef>
                <a:spcPts val="0"/>
              </a:spcBef>
              <a:spcAft>
                <a:spcPts val="0"/>
              </a:spcAft>
              <a:buSzPts val="3000"/>
              <a:buFont typeface="Quantico"/>
              <a:buNone/>
              <a:defRPr sz="7500">
                <a:latin typeface="Quantico"/>
                <a:ea typeface="Quantico"/>
                <a:cs typeface="Quantico"/>
                <a:sym typeface="Quantico"/>
              </a:defRPr>
            </a:lvl7pPr>
            <a:lvl8pPr lvl="7">
              <a:lnSpc>
                <a:spcPct val="80000"/>
              </a:lnSpc>
              <a:spcBef>
                <a:spcPts val="0"/>
              </a:spcBef>
              <a:spcAft>
                <a:spcPts val="0"/>
              </a:spcAft>
              <a:buSzPts val="3000"/>
              <a:buFont typeface="Quantico"/>
              <a:buNone/>
              <a:defRPr sz="7500">
                <a:latin typeface="Quantico"/>
                <a:ea typeface="Quantico"/>
                <a:cs typeface="Quantico"/>
                <a:sym typeface="Quantico"/>
              </a:defRPr>
            </a:lvl8pPr>
            <a:lvl9pPr lvl="8">
              <a:lnSpc>
                <a:spcPct val="80000"/>
              </a:lnSpc>
              <a:spcBef>
                <a:spcPts val="0"/>
              </a:spcBef>
              <a:spcAft>
                <a:spcPts val="0"/>
              </a:spcAft>
              <a:buSzPts val="3000"/>
              <a:buFont typeface="Quantico"/>
              <a:buNone/>
              <a:defRPr sz="7500">
                <a:latin typeface="Quantico"/>
                <a:ea typeface="Quantico"/>
                <a:cs typeface="Quantico"/>
                <a:sym typeface="Quantico"/>
              </a:defRPr>
            </a:lvl9pPr>
          </a:lstStyle>
          <a:p>
            <a:endParaRPr/>
          </a:p>
        </p:txBody>
      </p:sp>
      <p:sp>
        <p:nvSpPr>
          <p:cNvPr id="13" name="Google Shape;13;p29"/>
          <p:cNvSpPr txBox="1">
            <a:spLocks noGrp="1"/>
          </p:cNvSpPr>
          <p:nvPr>
            <p:ph type="subTitle" idx="1"/>
          </p:nvPr>
        </p:nvSpPr>
        <p:spPr>
          <a:xfrm>
            <a:off x="958450" y="4298625"/>
            <a:ext cx="2008500" cy="452700"/>
          </a:xfrm>
          <a:prstGeom prst="rect">
            <a:avLst/>
          </a:prstGeom>
          <a:noFill/>
          <a:ln>
            <a:noFill/>
          </a:ln>
        </p:spPr>
        <p:txBody>
          <a:bodyPr spcFirstLastPara="1" wrap="square" lIns="0" tIns="0" rIns="91425" bIns="0" anchor="t" anchorCtr="0">
            <a:noAutofit/>
          </a:bodyPr>
          <a:lstStyle>
            <a:lvl1pPr lvl="0" algn="l">
              <a:lnSpc>
                <a:spcPct val="115000"/>
              </a:lnSpc>
              <a:spcBef>
                <a:spcPts val="0"/>
              </a:spcBef>
              <a:spcAft>
                <a:spcPts val="0"/>
              </a:spcAft>
              <a:buClr>
                <a:schemeClr val="dk1"/>
              </a:buClr>
              <a:buSzPts val="1100"/>
              <a:buNone/>
              <a:defRPr>
                <a:solidFill>
                  <a:schemeClr val="dk1"/>
                </a:solidFill>
              </a:defRPr>
            </a:lvl1pPr>
            <a:lvl2pPr lvl="1" algn="l">
              <a:lnSpc>
                <a:spcPct val="115000"/>
              </a:lnSpc>
              <a:spcBef>
                <a:spcPts val="1000"/>
              </a:spcBef>
              <a:spcAft>
                <a:spcPts val="0"/>
              </a:spcAft>
              <a:buClr>
                <a:schemeClr val="dk1"/>
              </a:buClr>
              <a:buSzPts val="1100"/>
              <a:buNone/>
              <a:defRPr>
                <a:solidFill>
                  <a:schemeClr val="dk1"/>
                </a:solidFill>
              </a:defRPr>
            </a:lvl2pPr>
            <a:lvl3pPr lvl="2" algn="l">
              <a:lnSpc>
                <a:spcPct val="115000"/>
              </a:lnSpc>
              <a:spcBef>
                <a:spcPts val="1000"/>
              </a:spcBef>
              <a:spcAft>
                <a:spcPts val="0"/>
              </a:spcAft>
              <a:buClr>
                <a:schemeClr val="dk1"/>
              </a:buClr>
              <a:buSzPts val="1100"/>
              <a:buNone/>
              <a:defRPr>
                <a:solidFill>
                  <a:schemeClr val="dk1"/>
                </a:solidFill>
              </a:defRPr>
            </a:lvl3pPr>
            <a:lvl4pPr lvl="3" algn="l">
              <a:lnSpc>
                <a:spcPct val="115000"/>
              </a:lnSpc>
              <a:spcBef>
                <a:spcPts val="1000"/>
              </a:spcBef>
              <a:spcAft>
                <a:spcPts val="0"/>
              </a:spcAft>
              <a:buClr>
                <a:schemeClr val="dk1"/>
              </a:buClr>
              <a:buSzPts val="1100"/>
              <a:buNone/>
              <a:defRPr>
                <a:solidFill>
                  <a:schemeClr val="dk1"/>
                </a:solidFill>
              </a:defRPr>
            </a:lvl4pPr>
            <a:lvl5pPr lvl="4" algn="l">
              <a:lnSpc>
                <a:spcPct val="115000"/>
              </a:lnSpc>
              <a:spcBef>
                <a:spcPts val="1000"/>
              </a:spcBef>
              <a:spcAft>
                <a:spcPts val="0"/>
              </a:spcAft>
              <a:buClr>
                <a:schemeClr val="dk1"/>
              </a:buClr>
              <a:buSzPts val="1100"/>
              <a:buNone/>
              <a:defRPr>
                <a:solidFill>
                  <a:schemeClr val="dk1"/>
                </a:solidFill>
              </a:defRPr>
            </a:lvl5pPr>
            <a:lvl6pPr lvl="5" algn="l">
              <a:lnSpc>
                <a:spcPct val="115000"/>
              </a:lnSpc>
              <a:spcBef>
                <a:spcPts val="1000"/>
              </a:spcBef>
              <a:spcAft>
                <a:spcPts val="0"/>
              </a:spcAft>
              <a:buClr>
                <a:schemeClr val="dk1"/>
              </a:buClr>
              <a:buSzPts val="1100"/>
              <a:buNone/>
              <a:defRPr>
                <a:solidFill>
                  <a:schemeClr val="dk1"/>
                </a:solidFill>
              </a:defRPr>
            </a:lvl6pPr>
            <a:lvl7pPr lvl="6" algn="l">
              <a:lnSpc>
                <a:spcPct val="115000"/>
              </a:lnSpc>
              <a:spcBef>
                <a:spcPts val="1000"/>
              </a:spcBef>
              <a:spcAft>
                <a:spcPts val="0"/>
              </a:spcAft>
              <a:buClr>
                <a:schemeClr val="dk1"/>
              </a:buClr>
              <a:buSzPts val="1100"/>
              <a:buNone/>
              <a:defRPr>
                <a:solidFill>
                  <a:schemeClr val="dk1"/>
                </a:solidFill>
              </a:defRPr>
            </a:lvl7pPr>
            <a:lvl8pPr lvl="7" algn="l">
              <a:lnSpc>
                <a:spcPct val="115000"/>
              </a:lnSpc>
              <a:spcBef>
                <a:spcPts val="1000"/>
              </a:spcBef>
              <a:spcAft>
                <a:spcPts val="0"/>
              </a:spcAft>
              <a:buClr>
                <a:schemeClr val="dk1"/>
              </a:buClr>
              <a:buSzPts val="1100"/>
              <a:buNone/>
              <a:defRPr>
                <a:solidFill>
                  <a:schemeClr val="dk1"/>
                </a:solidFill>
              </a:defRPr>
            </a:lvl8pPr>
            <a:lvl9pPr lvl="8" algn="l">
              <a:lnSpc>
                <a:spcPct val="115000"/>
              </a:lnSpc>
              <a:spcBef>
                <a:spcPts val="1000"/>
              </a:spcBef>
              <a:spcAft>
                <a:spcPts val="1000"/>
              </a:spcAft>
              <a:buClr>
                <a:schemeClr val="dk1"/>
              </a:buClr>
              <a:buSzPts val="1100"/>
              <a:buNone/>
              <a:defRPr>
                <a:solidFill>
                  <a:schemeClr val="dk1"/>
                </a:solidFill>
              </a:defRPr>
            </a:lvl9pPr>
          </a:lstStyle>
          <a:p>
            <a:endParaRPr/>
          </a:p>
        </p:txBody>
      </p:sp>
    </p:spTree>
    <p:extLst>
      <p:ext uri="{BB962C8B-B14F-4D97-AF65-F5344CB8AC3E}">
        <p14:creationId xmlns:p14="http://schemas.microsoft.com/office/powerpoint/2010/main" val="350851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 Alt 1">
  <p:cSld name="Title and body - Alt 1">
    <p:spTree>
      <p:nvGrpSpPr>
        <p:cNvPr id="1" name="Shape 22"/>
        <p:cNvGrpSpPr/>
        <p:nvPr/>
      </p:nvGrpSpPr>
      <p:grpSpPr>
        <a:xfrm>
          <a:off x="0" y="0"/>
          <a:ext cx="0" cy="0"/>
          <a:chOff x="0" y="0"/>
          <a:chExt cx="0" cy="0"/>
        </a:xfrm>
      </p:grpSpPr>
      <p:sp>
        <p:nvSpPr>
          <p:cNvPr id="23" name="Google Shape;23;p31"/>
          <p:cNvSpPr txBox="1">
            <a:spLocks noGrp="1"/>
          </p:cNvSpPr>
          <p:nvPr>
            <p:ph type="title"/>
          </p:nvPr>
        </p:nvSpPr>
        <p:spPr>
          <a:xfrm>
            <a:off x="941650" y="795275"/>
            <a:ext cx="2861400" cy="8166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6"/>
              </a:buClr>
              <a:buSzPts val="3000"/>
              <a:buFont typeface="Calibri"/>
              <a:buNone/>
              <a:defRPr sz="2400">
                <a:solidFill>
                  <a:schemeClr val="accent6"/>
                </a:solidFill>
              </a:defRPr>
            </a:lvl1pPr>
            <a:lvl2pPr lvl="1">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9pPr>
          </a:lstStyle>
          <a:p>
            <a:endParaRPr/>
          </a:p>
        </p:txBody>
      </p:sp>
      <p:sp>
        <p:nvSpPr>
          <p:cNvPr id="24" name="Google Shape;24;p31"/>
          <p:cNvSpPr txBox="1">
            <a:spLocks noGrp="1"/>
          </p:cNvSpPr>
          <p:nvPr>
            <p:ph type="title" idx="2"/>
          </p:nvPr>
        </p:nvSpPr>
        <p:spPr>
          <a:xfrm>
            <a:off x="4399600" y="83542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5" name="Google Shape;25;p31"/>
          <p:cNvSpPr txBox="1">
            <a:spLocks noGrp="1"/>
          </p:cNvSpPr>
          <p:nvPr>
            <p:ph type="title" idx="3"/>
          </p:nvPr>
        </p:nvSpPr>
        <p:spPr>
          <a:xfrm>
            <a:off x="6496050" y="83542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6" name="Google Shape;26;p31"/>
          <p:cNvSpPr txBox="1">
            <a:spLocks noGrp="1"/>
          </p:cNvSpPr>
          <p:nvPr>
            <p:ph type="title" idx="4"/>
          </p:nvPr>
        </p:nvSpPr>
        <p:spPr>
          <a:xfrm>
            <a:off x="4385600" y="279757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7" name="Google Shape;27;p31"/>
          <p:cNvSpPr txBox="1">
            <a:spLocks noGrp="1"/>
          </p:cNvSpPr>
          <p:nvPr>
            <p:ph type="title" idx="5"/>
          </p:nvPr>
        </p:nvSpPr>
        <p:spPr>
          <a:xfrm>
            <a:off x="6496050" y="279757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8" name="Google Shape;28;p31"/>
          <p:cNvSpPr txBox="1">
            <a:spLocks noGrp="1"/>
          </p:cNvSpPr>
          <p:nvPr>
            <p:ph type="title" idx="6"/>
          </p:nvPr>
        </p:nvSpPr>
        <p:spPr>
          <a:xfrm>
            <a:off x="4423700" y="1379550"/>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29" name="Google Shape;29;p31"/>
          <p:cNvSpPr txBox="1">
            <a:spLocks noGrp="1"/>
          </p:cNvSpPr>
          <p:nvPr>
            <p:ph type="title" idx="7"/>
          </p:nvPr>
        </p:nvSpPr>
        <p:spPr>
          <a:xfrm>
            <a:off x="6562725" y="1379550"/>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30" name="Google Shape;30;p31"/>
          <p:cNvSpPr txBox="1">
            <a:spLocks noGrp="1"/>
          </p:cNvSpPr>
          <p:nvPr>
            <p:ph type="title" idx="8"/>
          </p:nvPr>
        </p:nvSpPr>
        <p:spPr>
          <a:xfrm>
            <a:off x="4423700" y="3341700"/>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31" name="Google Shape;31;p31"/>
          <p:cNvSpPr txBox="1">
            <a:spLocks noGrp="1"/>
          </p:cNvSpPr>
          <p:nvPr>
            <p:ph type="title" idx="9"/>
          </p:nvPr>
        </p:nvSpPr>
        <p:spPr>
          <a:xfrm>
            <a:off x="6562725" y="3341688"/>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32" name="Google Shape;32;p31"/>
          <p:cNvSpPr txBox="1">
            <a:spLocks noGrp="1"/>
          </p:cNvSpPr>
          <p:nvPr>
            <p:ph type="title" idx="13"/>
          </p:nvPr>
        </p:nvSpPr>
        <p:spPr>
          <a:xfrm>
            <a:off x="966700" y="1417525"/>
            <a:ext cx="2072700" cy="1705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a:endParaRPr/>
          </a:p>
        </p:txBody>
      </p:sp>
    </p:spTree>
    <p:extLst>
      <p:ext uri="{BB962C8B-B14F-4D97-AF65-F5344CB8AC3E}">
        <p14:creationId xmlns:p14="http://schemas.microsoft.com/office/powerpoint/2010/main" val="2431661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 Alt 2">
  <p:cSld name="Title and body - Alt 2">
    <p:spTree>
      <p:nvGrpSpPr>
        <p:cNvPr id="1" name="Shape 33"/>
        <p:cNvGrpSpPr/>
        <p:nvPr/>
      </p:nvGrpSpPr>
      <p:grpSpPr>
        <a:xfrm>
          <a:off x="0" y="0"/>
          <a:ext cx="0" cy="0"/>
          <a:chOff x="0" y="0"/>
          <a:chExt cx="0" cy="0"/>
        </a:xfrm>
      </p:grpSpPr>
      <p:sp>
        <p:nvSpPr>
          <p:cNvPr id="34" name="Google Shape;34;p32"/>
          <p:cNvSpPr txBox="1">
            <a:spLocks noGrp="1"/>
          </p:cNvSpPr>
          <p:nvPr>
            <p:ph type="subTitle" idx="1"/>
          </p:nvPr>
        </p:nvSpPr>
        <p:spPr>
          <a:xfrm>
            <a:off x="5792075" y="1776150"/>
            <a:ext cx="2799600" cy="30921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a:endParaRPr/>
          </a:p>
        </p:txBody>
      </p:sp>
      <p:sp>
        <p:nvSpPr>
          <p:cNvPr id="35" name="Google Shape;35;p32"/>
          <p:cNvSpPr>
            <a:spLocks noGrp="1"/>
          </p:cNvSpPr>
          <p:nvPr>
            <p:ph type="pic" idx="2"/>
          </p:nvPr>
        </p:nvSpPr>
        <p:spPr>
          <a:xfrm>
            <a:off x="1801500" y="1497750"/>
            <a:ext cx="1801500" cy="1822500"/>
          </a:xfrm>
          <a:prstGeom prst="snip1Rect">
            <a:avLst>
              <a:gd name="adj" fmla="val 17337"/>
            </a:avLst>
          </a:prstGeom>
          <a:noFill/>
          <a:ln>
            <a:noFill/>
          </a:ln>
        </p:spPr>
      </p:sp>
      <p:sp>
        <p:nvSpPr>
          <p:cNvPr id="36" name="Google Shape;36;p32"/>
          <p:cNvSpPr>
            <a:spLocks noGrp="1"/>
          </p:cNvSpPr>
          <p:nvPr>
            <p:ph type="pic" idx="3"/>
          </p:nvPr>
        </p:nvSpPr>
        <p:spPr>
          <a:xfrm>
            <a:off x="1801500" y="3320250"/>
            <a:ext cx="1801500" cy="1822500"/>
          </a:xfrm>
          <a:prstGeom prst="snip1Rect">
            <a:avLst>
              <a:gd name="adj" fmla="val 17337"/>
            </a:avLst>
          </a:prstGeom>
          <a:noFill/>
          <a:ln>
            <a:noFill/>
          </a:ln>
        </p:spPr>
      </p:sp>
      <p:sp>
        <p:nvSpPr>
          <p:cNvPr id="37" name="Google Shape;37;p32"/>
          <p:cNvSpPr>
            <a:spLocks noGrp="1"/>
          </p:cNvSpPr>
          <p:nvPr>
            <p:ph type="pic" idx="4"/>
          </p:nvPr>
        </p:nvSpPr>
        <p:spPr>
          <a:xfrm>
            <a:off x="0" y="1497750"/>
            <a:ext cx="1801500" cy="1822500"/>
          </a:xfrm>
          <a:prstGeom prst="snip1Rect">
            <a:avLst>
              <a:gd name="adj" fmla="val 17337"/>
            </a:avLst>
          </a:prstGeom>
          <a:noFill/>
          <a:ln>
            <a:noFill/>
          </a:ln>
        </p:spPr>
      </p:sp>
      <p:sp>
        <p:nvSpPr>
          <p:cNvPr id="38" name="Google Shape;38;p32"/>
          <p:cNvSpPr>
            <a:spLocks noGrp="1"/>
          </p:cNvSpPr>
          <p:nvPr>
            <p:ph type="pic" idx="5"/>
          </p:nvPr>
        </p:nvSpPr>
        <p:spPr>
          <a:xfrm>
            <a:off x="0" y="3320250"/>
            <a:ext cx="1801500" cy="1822500"/>
          </a:xfrm>
          <a:prstGeom prst="snip1Rect">
            <a:avLst>
              <a:gd name="adj" fmla="val 17337"/>
            </a:avLst>
          </a:prstGeom>
          <a:noFill/>
          <a:ln>
            <a:noFill/>
          </a:ln>
        </p:spPr>
      </p:sp>
      <p:sp>
        <p:nvSpPr>
          <p:cNvPr id="39" name="Google Shape;39;p32"/>
          <p:cNvSpPr>
            <a:spLocks noGrp="1"/>
          </p:cNvSpPr>
          <p:nvPr>
            <p:ph type="pic" idx="6"/>
          </p:nvPr>
        </p:nvSpPr>
        <p:spPr>
          <a:xfrm>
            <a:off x="3603000" y="1497750"/>
            <a:ext cx="1801500" cy="1822500"/>
          </a:xfrm>
          <a:prstGeom prst="snip1Rect">
            <a:avLst>
              <a:gd name="adj" fmla="val 17337"/>
            </a:avLst>
          </a:prstGeom>
          <a:noFill/>
          <a:ln>
            <a:noFill/>
          </a:ln>
        </p:spPr>
      </p:sp>
      <p:sp>
        <p:nvSpPr>
          <p:cNvPr id="40" name="Google Shape;40;p32"/>
          <p:cNvSpPr>
            <a:spLocks noGrp="1"/>
          </p:cNvSpPr>
          <p:nvPr>
            <p:ph type="pic" idx="7"/>
          </p:nvPr>
        </p:nvSpPr>
        <p:spPr>
          <a:xfrm>
            <a:off x="3603000" y="3320250"/>
            <a:ext cx="1801500" cy="1822500"/>
          </a:xfrm>
          <a:prstGeom prst="snip1Rect">
            <a:avLst>
              <a:gd name="adj" fmla="val 17337"/>
            </a:avLst>
          </a:prstGeom>
          <a:noFill/>
          <a:ln>
            <a:noFill/>
          </a:ln>
        </p:spPr>
      </p:sp>
    </p:spTree>
    <p:extLst>
      <p:ext uri="{BB962C8B-B14F-4D97-AF65-F5344CB8AC3E}">
        <p14:creationId xmlns:p14="http://schemas.microsoft.com/office/powerpoint/2010/main" val="34354126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 Alt 3">
  <p:cSld name="Title and body - Alt 3">
    <p:spTree>
      <p:nvGrpSpPr>
        <p:cNvPr id="1" name="Shape 41"/>
        <p:cNvGrpSpPr/>
        <p:nvPr/>
      </p:nvGrpSpPr>
      <p:grpSpPr>
        <a:xfrm>
          <a:off x="0" y="0"/>
          <a:ext cx="0" cy="0"/>
          <a:chOff x="0" y="0"/>
          <a:chExt cx="0" cy="0"/>
        </a:xfrm>
      </p:grpSpPr>
      <p:sp>
        <p:nvSpPr>
          <p:cNvPr id="42" name="Google Shape;42;p33"/>
          <p:cNvSpPr txBox="1">
            <a:spLocks noGrp="1"/>
          </p:cNvSpPr>
          <p:nvPr>
            <p:ph type="title"/>
          </p:nvPr>
        </p:nvSpPr>
        <p:spPr>
          <a:xfrm>
            <a:off x="5821575" y="1709925"/>
            <a:ext cx="2882700" cy="6279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3600"/>
              <a:buFont typeface="Lato"/>
              <a:buNone/>
              <a:defRPr sz="2400" b="1">
                <a:latin typeface="Lato"/>
                <a:ea typeface="Lato"/>
                <a:cs typeface="Lato"/>
                <a:sym typeface="Lato"/>
              </a:defRPr>
            </a:lvl1pPr>
            <a:lvl2pPr lvl="1">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9pPr>
          </a:lstStyle>
          <a:p>
            <a:endParaRPr/>
          </a:p>
        </p:txBody>
      </p:sp>
      <p:sp>
        <p:nvSpPr>
          <p:cNvPr id="43" name="Google Shape;43;p33"/>
          <p:cNvSpPr txBox="1">
            <a:spLocks noGrp="1"/>
          </p:cNvSpPr>
          <p:nvPr>
            <p:ph type="title" idx="2"/>
          </p:nvPr>
        </p:nvSpPr>
        <p:spPr>
          <a:xfrm>
            <a:off x="516600" y="486575"/>
            <a:ext cx="3823500" cy="6780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accent6"/>
              </a:buClr>
              <a:buSzPts val="3200"/>
              <a:buFont typeface="Calibri"/>
              <a:buNone/>
              <a:defRPr sz="2400">
                <a:solidFill>
                  <a:schemeClr val="accent6"/>
                </a:solidFill>
              </a:defRPr>
            </a:lvl1pPr>
            <a:lvl2pPr lvl="1">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9pPr>
          </a:lstStyle>
          <a:p>
            <a:endParaRPr/>
          </a:p>
        </p:txBody>
      </p:sp>
      <p:sp>
        <p:nvSpPr>
          <p:cNvPr id="44" name="Google Shape;44;p33"/>
          <p:cNvSpPr txBox="1">
            <a:spLocks noGrp="1"/>
          </p:cNvSpPr>
          <p:nvPr>
            <p:ph type="subTitle" idx="1"/>
          </p:nvPr>
        </p:nvSpPr>
        <p:spPr>
          <a:xfrm>
            <a:off x="5821575" y="2476500"/>
            <a:ext cx="2019900" cy="4557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Font typeface="Lato"/>
              <a:buNone/>
              <a:defRPr>
                <a:solidFill>
                  <a:schemeClr val="dk1"/>
                </a:solidFill>
              </a:defRPr>
            </a:lvl1pPr>
            <a:lvl2pPr lvl="1" algn="l">
              <a:lnSpc>
                <a:spcPct val="100000"/>
              </a:lnSpc>
              <a:spcBef>
                <a:spcPts val="1000"/>
              </a:spcBef>
              <a:spcAft>
                <a:spcPts val="0"/>
              </a:spcAft>
              <a:buClr>
                <a:schemeClr val="dk1"/>
              </a:buClr>
              <a:buSzPts val="1000"/>
              <a:buFont typeface="Lato"/>
              <a:buNone/>
              <a:defRPr>
                <a:solidFill>
                  <a:schemeClr val="dk1"/>
                </a:solidFill>
              </a:defRPr>
            </a:lvl2pPr>
            <a:lvl3pPr lvl="2" algn="l">
              <a:lnSpc>
                <a:spcPct val="100000"/>
              </a:lnSpc>
              <a:spcBef>
                <a:spcPts val="1000"/>
              </a:spcBef>
              <a:spcAft>
                <a:spcPts val="0"/>
              </a:spcAft>
              <a:buClr>
                <a:schemeClr val="dk1"/>
              </a:buClr>
              <a:buSzPts val="1000"/>
              <a:buFont typeface="Lato"/>
              <a:buNone/>
              <a:defRPr>
                <a:solidFill>
                  <a:schemeClr val="dk1"/>
                </a:solidFill>
              </a:defRPr>
            </a:lvl3pPr>
            <a:lvl4pPr lvl="3" algn="l">
              <a:lnSpc>
                <a:spcPct val="100000"/>
              </a:lnSpc>
              <a:spcBef>
                <a:spcPts val="1000"/>
              </a:spcBef>
              <a:spcAft>
                <a:spcPts val="0"/>
              </a:spcAft>
              <a:buClr>
                <a:schemeClr val="dk1"/>
              </a:buClr>
              <a:buSzPts val="1000"/>
              <a:buFont typeface="Lato"/>
              <a:buNone/>
              <a:defRPr>
                <a:solidFill>
                  <a:schemeClr val="dk1"/>
                </a:solidFill>
              </a:defRPr>
            </a:lvl4pPr>
            <a:lvl5pPr lvl="4" algn="l">
              <a:lnSpc>
                <a:spcPct val="100000"/>
              </a:lnSpc>
              <a:spcBef>
                <a:spcPts val="1000"/>
              </a:spcBef>
              <a:spcAft>
                <a:spcPts val="0"/>
              </a:spcAft>
              <a:buClr>
                <a:schemeClr val="dk1"/>
              </a:buClr>
              <a:buSzPts val="1000"/>
              <a:buFont typeface="Lato"/>
              <a:buNone/>
              <a:defRPr>
                <a:solidFill>
                  <a:schemeClr val="dk1"/>
                </a:solidFill>
              </a:defRPr>
            </a:lvl5pPr>
            <a:lvl6pPr lvl="5" algn="l">
              <a:lnSpc>
                <a:spcPct val="100000"/>
              </a:lnSpc>
              <a:spcBef>
                <a:spcPts val="1000"/>
              </a:spcBef>
              <a:spcAft>
                <a:spcPts val="0"/>
              </a:spcAft>
              <a:buClr>
                <a:schemeClr val="dk1"/>
              </a:buClr>
              <a:buSzPts val="1000"/>
              <a:buFont typeface="Lato"/>
              <a:buNone/>
              <a:defRPr>
                <a:solidFill>
                  <a:schemeClr val="dk1"/>
                </a:solidFill>
              </a:defRPr>
            </a:lvl6pPr>
            <a:lvl7pPr lvl="6" algn="l">
              <a:lnSpc>
                <a:spcPct val="100000"/>
              </a:lnSpc>
              <a:spcBef>
                <a:spcPts val="1000"/>
              </a:spcBef>
              <a:spcAft>
                <a:spcPts val="0"/>
              </a:spcAft>
              <a:buClr>
                <a:schemeClr val="dk1"/>
              </a:buClr>
              <a:buSzPts val="1000"/>
              <a:buFont typeface="Lato"/>
              <a:buNone/>
              <a:defRPr>
                <a:solidFill>
                  <a:schemeClr val="dk1"/>
                </a:solidFill>
              </a:defRPr>
            </a:lvl7pPr>
            <a:lvl8pPr lvl="7" algn="l">
              <a:lnSpc>
                <a:spcPct val="100000"/>
              </a:lnSpc>
              <a:spcBef>
                <a:spcPts val="1000"/>
              </a:spcBef>
              <a:spcAft>
                <a:spcPts val="0"/>
              </a:spcAft>
              <a:buClr>
                <a:schemeClr val="dk1"/>
              </a:buClr>
              <a:buSzPts val="1000"/>
              <a:buFont typeface="Lato"/>
              <a:buNone/>
              <a:defRPr>
                <a:solidFill>
                  <a:schemeClr val="dk1"/>
                </a:solidFill>
              </a:defRPr>
            </a:lvl8pPr>
            <a:lvl9pPr lvl="8" algn="l">
              <a:lnSpc>
                <a:spcPct val="100000"/>
              </a:lnSpc>
              <a:spcBef>
                <a:spcPts val="1000"/>
              </a:spcBef>
              <a:spcAft>
                <a:spcPts val="1000"/>
              </a:spcAft>
              <a:buClr>
                <a:schemeClr val="dk1"/>
              </a:buClr>
              <a:buSzPts val="1000"/>
              <a:buFont typeface="Lato"/>
              <a:buNone/>
              <a:defRPr>
                <a:solidFill>
                  <a:schemeClr val="dk1"/>
                </a:solidFill>
              </a:defRPr>
            </a:lvl9pPr>
          </a:lstStyle>
          <a:p>
            <a:endParaRPr/>
          </a:p>
        </p:txBody>
      </p:sp>
      <p:sp>
        <p:nvSpPr>
          <p:cNvPr id="45" name="Google Shape;45;p33"/>
          <p:cNvSpPr txBox="1">
            <a:spLocks noGrp="1"/>
          </p:cNvSpPr>
          <p:nvPr>
            <p:ph type="title" idx="3"/>
          </p:nvPr>
        </p:nvSpPr>
        <p:spPr>
          <a:xfrm>
            <a:off x="5810125" y="3070875"/>
            <a:ext cx="2388600" cy="5295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a:endParaRPr/>
          </a:p>
        </p:txBody>
      </p:sp>
      <p:sp>
        <p:nvSpPr>
          <p:cNvPr id="46" name="Google Shape;46;p33"/>
          <p:cNvSpPr txBox="1">
            <a:spLocks noGrp="1"/>
          </p:cNvSpPr>
          <p:nvPr>
            <p:ph type="subTitle" idx="4"/>
          </p:nvPr>
        </p:nvSpPr>
        <p:spPr>
          <a:xfrm>
            <a:off x="5821575" y="3426050"/>
            <a:ext cx="2650500" cy="898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Font typeface="Lato"/>
              <a:buNone/>
              <a:defRPr>
                <a:solidFill>
                  <a:schemeClr val="dk1"/>
                </a:solidFill>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
        <p:nvSpPr>
          <p:cNvPr id="47" name="Google Shape;47;p33"/>
          <p:cNvSpPr>
            <a:spLocks noGrp="1"/>
          </p:cNvSpPr>
          <p:nvPr>
            <p:ph type="pic" idx="5"/>
          </p:nvPr>
        </p:nvSpPr>
        <p:spPr>
          <a:xfrm>
            <a:off x="0" y="1502400"/>
            <a:ext cx="5404500" cy="3639600"/>
          </a:xfrm>
          <a:prstGeom prst="snip1Rect">
            <a:avLst>
              <a:gd name="adj" fmla="val 16026"/>
            </a:avLst>
          </a:prstGeom>
          <a:noFill/>
          <a:ln>
            <a:noFill/>
          </a:ln>
        </p:spPr>
      </p:sp>
      <p:sp>
        <p:nvSpPr>
          <p:cNvPr id="48" name="Google Shape;48;p33"/>
          <p:cNvSpPr txBox="1">
            <a:spLocks noGrp="1"/>
          </p:cNvSpPr>
          <p:nvPr>
            <p:ph type="subTitle" idx="6"/>
          </p:nvPr>
        </p:nvSpPr>
        <p:spPr>
          <a:xfrm>
            <a:off x="5794900" y="4333425"/>
            <a:ext cx="2718300" cy="3540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
        <p:nvSpPr>
          <p:cNvPr id="49" name="Google Shape;49;p33"/>
          <p:cNvSpPr txBox="1">
            <a:spLocks noGrp="1"/>
          </p:cNvSpPr>
          <p:nvPr>
            <p:ph type="subTitle" idx="7"/>
          </p:nvPr>
        </p:nvSpPr>
        <p:spPr>
          <a:xfrm>
            <a:off x="5821575" y="4501450"/>
            <a:ext cx="2650500" cy="898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Font typeface="Lato"/>
              <a:buNone/>
              <a:defRPr>
                <a:solidFill>
                  <a:schemeClr val="dk1"/>
                </a:solidFill>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Tree>
    <p:extLst>
      <p:ext uri="{BB962C8B-B14F-4D97-AF65-F5344CB8AC3E}">
        <p14:creationId xmlns:p14="http://schemas.microsoft.com/office/powerpoint/2010/main" val="3659125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Go-to-market ideas - ALT 4">
  <p:cSld name="Go-to-market ideas - ALT 4">
    <p:spTree>
      <p:nvGrpSpPr>
        <p:cNvPr id="1" name="Shape 50"/>
        <p:cNvGrpSpPr/>
        <p:nvPr/>
      </p:nvGrpSpPr>
      <p:grpSpPr>
        <a:xfrm>
          <a:off x="0" y="0"/>
          <a:ext cx="0" cy="0"/>
          <a:chOff x="0" y="0"/>
          <a:chExt cx="0" cy="0"/>
        </a:xfrm>
      </p:grpSpPr>
      <p:sp>
        <p:nvSpPr>
          <p:cNvPr id="51" name="Google Shape;51;p34"/>
          <p:cNvSpPr txBox="1">
            <a:spLocks noGrp="1"/>
          </p:cNvSpPr>
          <p:nvPr>
            <p:ph type="title"/>
          </p:nvPr>
        </p:nvSpPr>
        <p:spPr>
          <a:xfrm>
            <a:off x="439550" y="765750"/>
            <a:ext cx="5045700" cy="10398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000"/>
              <a:buFont typeface="Calibri"/>
              <a:buNone/>
              <a:defRPr sz="2400">
                <a:solidFill>
                  <a:schemeClr val="accent6"/>
                </a:solidFill>
              </a:defRPr>
            </a:lvl1pPr>
            <a:lvl2pPr lvl="1">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9pPr>
          </a:lstStyle>
          <a:p>
            <a:endParaRPr/>
          </a:p>
        </p:txBody>
      </p:sp>
      <p:sp>
        <p:nvSpPr>
          <p:cNvPr id="52" name="Google Shape;52;p34"/>
          <p:cNvSpPr txBox="1">
            <a:spLocks noGrp="1"/>
          </p:cNvSpPr>
          <p:nvPr>
            <p:ph type="subTitle" idx="1"/>
          </p:nvPr>
        </p:nvSpPr>
        <p:spPr>
          <a:xfrm>
            <a:off x="446900" y="397650"/>
            <a:ext cx="5344500" cy="5745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6"/>
              </a:buClr>
              <a:buSzPts val="1700"/>
              <a:buFont typeface="Lato"/>
              <a:buNone/>
              <a:defRPr sz="1600">
                <a:solidFill>
                  <a:schemeClr val="accent6"/>
                </a:solidFill>
              </a:defRPr>
            </a:lvl1pPr>
            <a:lvl2pPr lvl="1" algn="l">
              <a:lnSpc>
                <a:spcPct val="90000"/>
              </a:lnSpc>
              <a:spcBef>
                <a:spcPts val="1000"/>
              </a:spcBef>
              <a:spcAft>
                <a:spcPts val="0"/>
              </a:spcAft>
              <a:buClr>
                <a:schemeClr val="accent6"/>
              </a:buClr>
              <a:buSzPts val="1700"/>
              <a:buFont typeface="Lato"/>
              <a:buNone/>
              <a:defRPr sz="1600">
                <a:solidFill>
                  <a:schemeClr val="accent6"/>
                </a:solidFill>
              </a:defRPr>
            </a:lvl2pPr>
            <a:lvl3pPr lvl="2" algn="l">
              <a:lnSpc>
                <a:spcPct val="90000"/>
              </a:lnSpc>
              <a:spcBef>
                <a:spcPts val="1000"/>
              </a:spcBef>
              <a:spcAft>
                <a:spcPts val="0"/>
              </a:spcAft>
              <a:buClr>
                <a:schemeClr val="accent6"/>
              </a:buClr>
              <a:buSzPts val="1700"/>
              <a:buFont typeface="Lato"/>
              <a:buNone/>
              <a:defRPr sz="1600">
                <a:solidFill>
                  <a:schemeClr val="accent6"/>
                </a:solidFill>
              </a:defRPr>
            </a:lvl3pPr>
            <a:lvl4pPr lvl="3" algn="l">
              <a:lnSpc>
                <a:spcPct val="90000"/>
              </a:lnSpc>
              <a:spcBef>
                <a:spcPts val="1000"/>
              </a:spcBef>
              <a:spcAft>
                <a:spcPts val="0"/>
              </a:spcAft>
              <a:buClr>
                <a:schemeClr val="accent6"/>
              </a:buClr>
              <a:buSzPts val="1700"/>
              <a:buFont typeface="Lato"/>
              <a:buNone/>
              <a:defRPr sz="1600">
                <a:solidFill>
                  <a:schemeClr val="accent6"/>
                </a:solidFill>
              </a:defRPr>
            </a:lvl4pPr>
            <a:lvl5pPr lvl="4" algn="l">
              <a:lnSpc>
                <a:spcPct val="90000"/>
              </a:lnSpc>
              <a:spcBef>
                <a:spcPts val="1000"/>
              </a:spcBef>
              <a:spcAft>
                <a:spcPts val="0"/>
              </a:spcAft>
              <a:buClr>
                <a:schemeClr val="accent6"/>
              </a:buClr>
              <a:buSzPts val="1700"/>
              <a:buFont typeface="Lato"/>
              <a:buNone/>
              <a:defRPr sz="1600">
                <a:solidFill>
                  <a:schemeClr val="accent6"/>
                </a:solidFill>
              </a:defRPr>
            </a:lvl5pPr>
            <a:lvl6pPr lvl="5" algn="l">
              <a:lnSpc>
                <a:spcPct val="90000"/>
              </a:lnSpc>
              <a:spcBef>
                <a:spcPts val="1000"/>
              </a:spcBef>
              <a:spcAft>
                <a:spcPts val="0"/>
              </a:spcAft>
              <a:buClr>
                <a:schemeClr val="accent6"/>
              </a:buClr>
              <a:buSzPts val="1700"/>
              <a:buFont typeface="Lato"/>
              <a:buNone/>
              <a:defRPr sz="1600">
                <a:solidFill>
                  <a:schemeClr val="accent6"/>
                </a:solidFill>
              </a:defRPr>
            </a:lvl6pPr>
            <a:lvl7pPr lvl="6" algn="l">
              <a:lnSpc>
                <a:spcPct val="90000"/>
              </a:lnSpc>
              <a:spcBef>
                <a:spcPts val="1000"/>
              </a:spcBef>
              <a:spcAft>
                <a:spcPts val="0"/>
              </a:spcAft>
              <a:buClr>
                <a:schemeClr val="accent6"/>
              </a:buClr>
              <a:buSzPts val="1700"/>
              <a:buFont typeface="Lato"/>
              <a:buNone/>
              <a:defRPr sz="1600">
                <a:solidFill>
                  <a:schemeClr val="accent6"/>
                </a:solidFill>
              </a:defRPr>
            </a:lvl7pPr>
            <a:lvl8pPr lvl="7" algn="l">
              <a:lnSpc>
                <a:spcPct val="90000"/>
              </a:lnSpc>
              <a:spcBef>
                <a:spcPts val="1000"/>
              </a:spcBef>
              <a:spcAft>
                <a:spcPts val="0"/>
              </a:spcAft>
              <a:buClr>
                <a:schemeClr val="accent6"/>
              </a:buClr>
              <a:buSzPts val="1700"/>
              <a:buFont typeface="Lato"/>
              <a:buNone/>
              <a:defRPr sz="1600">
                <a:solidFill>
                  <a:schemeClr val="accent6"/>
                </a:solidFill>
              </a:defRPr>
            </a:lvl8pPr>
            <a:lvl9pPr lvl="8" algn="l">
              <a:lnSpc>
                <a:spcPct val="90000"/>
              </a:lnSpc>
              <a:spcBef>
                <a:spcPts val="1000"/>
              </a:spcBef>
              <a:spcAft>
                <a:spcPts val="1000"/>
              </a:spcAft>
              <a:buClr>
                <a:schemeClr val="accent6"/>
              </a:buClr>
              <a:buSzPts val="1700"/>
              <a:buFont typeface="Lato"/>
              <a:buNone/>
              <a:defRPr sz="1600">
                <a:solidFill>
                  <a:schemeClr val="accent6"/>
                </a:solidFill>
              </a:defRPr>
            </a:lvl9pPr>
          </a:lstStyle>
          <a:p>
            <a:endParaRPr/>
          </a:p>
        </p:txBody>
      </p:sp>
      <p:sp>
        <p:nvSpPr>
          <p:cNvPr id="53" name="Google Shape;53;p34"/>
          <p:cNvSpPr txBox="1">
            <a:spLocks noGrp="1"/>
          </p:cNvSpPr>
          <p:nvPr>
            <p:ph type="title" idx="2"/>
          </p:nvPr>
        </p:nvSpPr>
        <p:spPr>
          <a:xfrm>
            <a:off x="602600"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54" name="Google Shape;54;p34"/>
          <p:cNvSpPr txBox="1">
            <a:spLocks noGrp="1"/>
          </p:cNvSpPr>
          <p:nvPr>
            <p:ph type="body" idx="3"/>
          </p:nvPr>
        </p:nvSpPr>
        <p:spPr>
          <a:xfrm>
            <a:off x="602600"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55" name="Google Shape;55;p34"/>
          <p:cNvSpPr txBox="1">
            <a:spLocks noGrp="1"/>
          </p:cNvSpPr>
          <p:nvPr>
            <p:ph type="title" idx="4"/>
          </p:nvPr>
        </p:nvSpPr>
        <p:spPr>
          <a:xfrm>
            <a:off x="2253138"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56" name="Google Shape;56;p34"/>
          <p:cNvSpPr txBox="1">
            <a:spLocks noGrp="1"/>
          </p:cNvSpPr>
          <p:nvPr>
            <p:ph type="body" idx="5"/>
          </p:nvPr>
        </p:nvSpPr>
        <p:spPr>
          <a:xfrm>
            <a:off x="2253138"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57" name="Google Shape;57;p34"/>
          <p:cNvSpPr txBox="1">
            <a:spLocks noGrp="1"/>
          </p:cNvSpPr>
          <p:nvPr>
            <p:ph type="title" idx="6"/>
          </p:nvPr>
        </p:nvSpPr>
        <p:spPr>
          <a:xfrm>
            <a:off x="3903575"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58" name="Google Shape;58;p34"/>
          <p:cNvSpPr txBox="1">
            <a:spLocks noGrp="1"/>
          </p:cNvSpPr>
          <p:nvPr>
            <p:ph type="body" idx="7"/>
          </p:nvPr>
        </p:nvSpPr>
        <p:spPr>
          <a:xfrm>
            <a:off x="3903575"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59" name="Google Shape;59;p34"/>
          <p:cNvSpPr txBox="1">
            <a:spLocks noGrp="1"/>
          </p:cNvSpPr>
          <p:nvPr>
            <p:ph type="title" idx="8"/>
          </p:nvPr>
        </p:nvSpPr>
        <p:spPr>
          <a:xfrm>
            <a:off x="5554050"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60" name="Google Shape;60;p34"/>
          <p:cNvSpPr txBox="1">
            <a:spLocks noGrp="1"/>
          </p:cNvSpPr>
          <p:nvPr>
            <p:ph type="body" idx="9"/>
          </p:nvPr>
        </p:nvSpPr>
        <p:spPr>
          <a:xfrm>
            <a:off x="5554050"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61" name="Google Shape;61;p34"/>
          <p:cNvSpPr txBox="1">
            <a:spLocks noGrp="1"/>
          </p:cNvSpPr>
          <p:nvPr>
            <p:ph type="title" idx="13"/>
          </p:nvPr>
        </p:nvSpPr>
        <p:spPr>
          <a:xfrm>
            <a:off x="7204500"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62" name="Google Shape;62;p34"/>
          <p:cNvSpPr txBox="1">
            <a:spLocks noGrp="1"/>
          </p:cNvSpPr>
          <p:nvPr>
            <p:ph type="body" idx="14"/>
          </p:nvPr>
        </p:nvSpPr>
        <p:spPr>
          <a:xfrm>
            <a:off x="7204500"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Tree>
    <p:extLst>
      <p:ext uri="{BB962C8B-B14F-4D97-AF65-F5344CB8AC3E}">
        <p14:creationId xmlns:p14="http://schemas.microsoft.com/office/powerpoint/2010/main" val="25862680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Go-to-market ideas - ALT 3">
  <p:cSld name="Go-to-market ideas - ALT 3">
    <p:spTree>
      <p:nvGrpSpPr>
        <p:cNvPr id="1" name="Shape 63"/>
        <p:cNvGrpSpPr/>
        <p:nvPr/>
      </p:nvGrpSpPr>
      <p:grpSpPr>
        <a:xfrm>
          <a:off x="0" y="0"/>
          <a:ext cx="0" cy="0"/>
          <a:chOff x="0" y="0"/>
          <a:chExt cx="0" cy="0"/>
        </a:xfrm>
      </p:grpSpPr>
      <p:sp>
        <p:nvSpPr>
          <p:cNvPr id="64" name="Google Shape;64;p35"/>
          <p:cNvSpPr txBox="1">
            <a:spLocks noGrp="1"/>
          </p:cNvSpPr>
          <p:nvPr>
            <p:ph type="title"/>
          </p:nvPr>
        </p:nvSpPr>
        <p:spPr>
          <a:xfrm>
            <a:off x="439550" y="765750"/>
            <a:ext cx="5045700" cy="10398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000"/>
              <a:buFont typeface="Calibri"/>
              <a:buNone/>
              <a:defRPr sz="2400">
                <a:solidFill>
                  <a:schemeClr val="accent6"/>
                </a:solidFill>
              </a:defRPr>
            </a:lvl1pPr>
            <a:lvl2pPr lvl="1">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9pPr>
          </a:lstStyle>
          <a:p>
            <a:endParaRPr/>
          </a:p>
        </p:txBody>
      </p:sp>
      <p:sp>
        <p:nvSpPr>
          <p:cNvPr id="65" name="Google Shape;65;p35"/>
          <p:cNvSpPr txBox="1">
            <a:spLocks noGrp="1"/>
          </p:cNvSpPr>
          <p:nvPr>
            <p:ph type="subTitle" idx="1"/>
          </p:nvPr>
        </p:nvSpPr>
        <p:spPr>
          <a:xfrm>
            <a:off x="446900" y="397650"/>
            <a:ext cx="5344500" cy="5745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6"/>
              </a:buClr>
              <a:buSzPts val="1700"/>
              <a:buFont typeface="Lato"/>
              <a:buNone/>
              <a:defRPr sz="1600">
                <a:solidFill>
                  <a:schemeClr val="accent6"/>
                </a:solidFill>
              </a:defRPr>
            </a:lvl1pPr>
            <a:lvl2pPr lvl="1" algn="l">
              <a:lnSpc>
                <a:spcPct val="90000"/>
              </a:lnSpc>
              <a:spcBef>
                <a:spcPts val="1000"/>
              </a:spcBef>
              <a:spcAft>
                <a:spcPts val="0"/>
              </a:spcAft>
              <a:buClr>
                <a:schemeClr val="accent6"/>
              </a:buClr>
              <a:buSzPts val="1700"/>
              <a:buFont typeface="Lato"/>
              <a:buNone/>
              <a:defRPr sz="1600">
                <a:solidFill>
                  <a:schemeClr val="accent6"/>
                </a:solidFill>
              </a:defRPr>
            </a:lvl2pPr>
            <a:lvl3pPr lvl="2" algn="l">
              <a:lnSpc>
                <a:spcPct val="90000"/>
              </a:lnSpc>
              <a:spcBef>
                <a:spcPts val="1000"/>
              </a:spcBef>
              <a:spcAft>
                <a:spcPts val="0"/>
              </a:spcAft>
              <a:buClr>
                <a:schemeClr val="accent6"/>
              </a:buClr>
              <a:buSzPts val="1700"/>
              <a:buFont typeface="Lato"/>
              <a:buNone/>
              <a:defRPr sz="1600">
                <a:solidFill>
                  <a:schemeClr val="accent6"/>
                </a:solidFill>
              </a:defRPr>
            </a:lvl3pPr>
            <a:lvl4pPr lvl="3" algn="l">
              <a:lnSpc>
                <a:spcPct val="90000"/>
              </a:lnSpc>
              <a:spcBef>
                <a:spcPts val="1000"/>
              </a:spcBef>
              <a:spcAft>
                <a:spcPts val="0"/>
              </a:spcAft>
              <a:buClr>
                <a:schemeClr val="accent6"/>
              </a:buClr>
              <a:buSzPts val="1700"/>
              <a:buFont typeface="Lato"/>
              <a:buNone/>
              <a:defRPr sz="1600">
                <a:solidFill>
                  <a:schemeClr val="accent6"/>
                </a:solidFill>
              </a:defRPr>
            </a:lvl4pPr>
            <a:lvl5pPr lvl="4" algn="l">
              <a:lnSpc>
                <a:spcPct val="90000"/>
              </a:lnSpc>
              <a:spcBef>
                <a:spcPts val="1000"/>
              </a:spcBef>
              <a:spcAft>
                <a:spcPts val="0"/>
              </a:spcAft>
              <a:buClr>
                <a:schemeClr val="accent6"/>
              </a:buClr>
              <a:buSzPts val="1700"/>
              <a:buFont typeface="Lato"/>
              <a:buNone/>
              <a:defRPr sz="1600">
                <a:solidFill>
                  <a:schemeClr val="accent6"/>
                </a:solidFill>
              </a:defRPr>
            </a:lvl5pPr>
            <a:lvl6pPr lvl="5" algn="l">
              <a:lnSpc>
                <a:spcPct val="90000"/>
              </a:lnSpc>
              <a:spcBef>
                <a:spcPts val="1000"/>
              </a:spcBef>
              <a:spcAft>
                <a:spcPts val="0"/>
              </a:spcAft>
              <a:buClr>
                <a:schemeClr val="accent6"/>
              </a:buClr>
              <a:buSzPts val="1700"/>
              <a:buFont typeface="Lato"/>
              <a:buNone/>
              <a:defRPr sz="1600">
                <a:solidFill>
                  <a:schemeClr val="accent6"/>
                </a:solidFill>
              </a:defRPr>
            </a:lvl6pPr>
            <a:lvl7pPr lvl="6" algn="l">
              <a:lnSpc>
                <a:spcPct val="90000"/>
              </a:lnSpc>
              <a:spcBef>
                <a:spcPts val="1000"/>
              </a:spcBef>
              <a:spcAft>
                <a:spcPts val="0"/>
              </a:spcAft>
              <a:buClr>
                <a:schemeClr val="accent6"/>
              </a:buClr>
              <a:buSzPts val="1700"/>
              <a:buFont typeface="Lato"/>
              <a:buNone/>
              <a:defRPr sz="1600">
                <a:solidFill>
                  <a:schemeClr val="accent6"/>
                </a:solidFill>
              </a:defRPr>
            </a:lvl7pPr>
            <a:lvl8pPr lvl="7" algn="l">
              <a:lnSpc>
                <a:spcPct val="90000"/>
              </a:lnSpc>
              <a:spcBef>
                <a:spcPts val="1000"/>
              </a:spcBef>
              <a:spcAft>
                <a:spcPts val="0"/>
              </a:spcAft>
              <a:buClr>
                <a:schemeClr val="accent6"/>
              </a:buClr>
              <a:buSzPts val="1700"/>
              <a:buFont typeface="Lato"/>
              <a:buNone/>
              <a:defRPr sz="1600">
                <a:solidFill>
                  <a:schemeClr val="accent6"/>
                </a:solidFill>
              </a:defRPr>
            </a:lvl8pPr>
            <a:lvl9pPr lvl="8" algn="l">
              <a:lnSpc>
                <a:spcPct val="90000"/>
              </a:lnSpc>
              <a:spcBef>
                <a:spcPts val="1000"/>
              </a:spcBef>
              <a:spcAft>
                <a:spcPts val="1000"/>
              </a:spcAft>
              <a:buClr>
                <a:schemeClr val="accent6"/>
              </a:buClr>
              <a:buSzPts val="1700"/>
              <a:buFont typeface="Lato"/>
              <a:buNone/>
              <a:defRPr sz="1600">
                <a:solidFill>
                  <a:schemeClr val="accent6"/>
                </a:solidFill>
              </a:defRPr>
            </a:lvl9pPr>
          </a:lstStyle>
          <a:p>
            <a:endParaRPr/>
          </a:p>
        </p:txBody>
      </p:sp>
      <p:sp>
        <p:nvSpPr>
          <p:cNvPr id="66" name="Google Shape;66;p35"/>
          <p:cNvSpPr txBox="1">
            <a:spLocks noGrp="1"/>
          </p:cNvSpPr>
          <p:nvPr>
            <p:ph type="title" idx="2"/>
          </p:nvPr>
        </p:nvSpPr>
        <p:spPr>
          <a:xfrm>
            <a:off x="423025" y="2331750"/>
            <a:ext cx="16002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67" name="Google Shape;67;p35"/>
          <p:cNvSpPr txBox="1">
            <a:spLocks noGrp="1"/>
          </p:cNvSpPr>
          <p:nvPr>
            <p:ph type="body" idx="3"/>
          </p:nvPr>
        </p:nvSpPr>
        <p:spPr>
          <a:xfrm>
            <a:off x="423025" y="2733050"/>
            <a:ext cx="16002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
        <p:nvSpPr>
          <p:cNvPr id="68" name="Google Shape;68;p35"/>
          <p:cNvSpPr txBox="1">
            <a:spLocks noGrp="1"/>
          </p:cNvSpPr>
          <p:nvPr>
            <p:ph type="title" idx="4"/>
          </p:nvPr>
        </p:nvSpPr>
        <p:spPr>
          <a:xfrm>
            <a:off x="2568575" y="2331750"/>
            <a:ext cx="17223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69" name="Google Shape;69;p35"/>
          <p:cNvSpPr txBox="1">
            <a:spLocks noGrp="1"/>
          </p:cNvSpPr>
          <p:nvPr>
            <p:ph type="body" idx="5"/>
          </p:nvPr>
        </p:nvSpPr>
        <p:spPr>
          <a:xfrm>
            <a:off x="2568575" y="2733050"/>
            <a:ext cx="17223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
        <p:nvSpPr>
          <p:cNvPr id="70" name="Google Shape;70;p35"/>
          <p:cNvSpPr txBox="1">
            <a:spLocks noGrp="1"/>
          </p:cNvSpPr>
          <p:nvPr>
            <p:ph type="title" idx="6"/>
          </p:nvPr>
        </p:nvSpPr>
        <p:spPr>
          <a:xfrm>
            <a:off x="4751950" y="2331750"/>
            <a:ext cx="17223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71" name="Google Shape;71;p35"/>
          <p:cNvSpPr txBox="1">
            <a:spLocks noGrp="1"/>
          </p:cNvSpPr>
          <p:nvPr>
            <p:ph type="body" idx="7"/>
          </p:nvPr>
        </p:nvSpPr>
        <p:spPr>
          <a:xfrm>
            <a:off x="4751950" y="2733050"/>
            <a:ext cx="17223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
        <p:nvSpPr>
          <p:cNvPr id="72" name="Google Shape;72;p35"/>
          <p:cNvSpPr txBox="1">
            <a:spLocks noGrp="1"/>
          </p:cNvSpPr>
          <p:nvPr>
            <p:ph type="title" idx="8"/>
          </p:nvPr>
        </p:nvSpPr>
        <p:spPr>
          <a:xfrm>
            <a:off x="6909425" y="2331750"/>
            <a:ext cx="17223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73" name="Google Shape;73;p35"/>
          <p:cNvSpPr txBox="1">
            <a:spLocks noGrp="1"/>
          </p:cNvSpPr>
          <p:nvPr>
            <p:ph type="body" idx="9"/>
          </p:nvPr>
        </p:nvSpPr>
        <p:spPr>
          <a:xfrm>
            <a:off x="6855900" y="2733050"/>
            <a:ext cx="17223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Tree>
    <p:extLst>
      <p:ext uri="{BB962C8B-B14F-4D97-AF65-F5344CB8AC3E}">
        <p14:creationId xmlns:p14="http://schemas.microsoft.com/office/powerpoint/2010/main" val="16306915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74"/>
        <p:cNvGrpSpPr/>
        <p:nvPr/>
      </p:nvGrpSpPr>
      <p:grpSpPr>
        <a:xfrm>
          <a:off x="0" y="0"/>
          <a:ext cx="0" cy="0"/>
          <a:chOff x="0" y="0"/>
          <a:chExt cx="0" cy="0"/>
        </a:xfrm>
      </p:grpSpPr>
      <p:sp>
        <p:nvSpPr>
          <p:cNvPr id="75" name="Google Shape;75;p36"/>
          <p:cNvSpPr txBox="1">
            <a:spLocks noGrp="1"/>
          </p:cNvSpPr>
          <p:nvPr>
            <p:ph type="title"/>
          </p:nvPr>
        </p:nvSpPr>
        <p:spPr>
          <a:xfrm>
            <a:off x="2131600" y="3667325"/>
            <a:ext cx="2026500" cy="367200"/>
          </a:xfrm>
          <a:prstGeom prst="rect">
            <a:avLst/>
          </a:prstGeom>
          <a:noFill/>
          <a:ln>
            <a:noFill/>
          </a:ln>
        </p:spPr>
        <p:txBody>
          <a:bodyPr spcFirstLastPara="1" wrap="square" lIns="0" tIns="0" rIns="91425" bIns="0" anchor="ctr" anchorCtr="0">
            <a:noAutofit/>
          </a:bodyPr>
          <a:lstStyle>
            <a:lvl1pPr lvl="0" algn="ctr">
              <a:lnSpc>
                <a:spcPct val="100000"/>
              </a:lnSpc>
              <a:spcBef>
                <a:spcPts val="0"/>
              </a:spcBef>
              <a:spcAft>
                <a:spcPts val="0"/>
              </a:spcAft>
              <a:buClr>
                <a:schemeClr val="dk1"/>
              </a:buClr>
              <a:buSzPts val="3000"/>
              <a:buFont typeface="Calibri"/>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a:endParaRPr/>
          </a:p>
        </p:txBody>
      </p:sp>
      <p:sp>
        <p:nvSpPr>
          <p:cNvPr id="76" name="Google Shape;76;p36"/>
          <p:cNvSpPr txBox="1">
            <a:spLocks noGrp="1"/>
          </p:cNvSpPr>
          <p:nvPr>
            <p:ph type="subTitle" idx="1"/>
          </p:nvPr>
        </p:nvSpPr>
        <p:spPr>
          <a:xfrm>
            <a:off x="1917225" y="4072850"/>
            <a:ext cx="2536500" cy="5469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None/>
              <a:defRPr>
                <a:solidFill>
                  <a:schemeClr val="dk1"/>
                </a:solidFill>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
        <p:nvSpPr>
          <p:cNvPr id="77" name="Google Shape;77;p36"/>
          <p:cNvSpPr>
            <a:spLocks noGrp="1"/>
          </p:cNvSpPr>
          <p:nvPr>
            <p:ph type="pic" idx="2"/>
          </p:nvPr>
        </p:nvSpPr>
        <p:spPr>
          <a:xfrm>
            <a:off x="387475" y="3575855"/>
            <a:ext cx="1309500" cy="1050000"/>
          </a:xfrm>
          <a:prstGeom prst="snip1Rect">
            <a:avLst>
              <a:gd name="adj" fmla="val 16667"/>
            </a:avLst>
          </a:prstGeom>
          <a:noFill/>
          <a:ln>
            <a:noFill/>
          </a:ln>
        </p:spPr>
      </p:sp>
      <p:sp>
        <p:nvSpPr>
          <p:cNvPr id="78" name="Google Shape;78;p36"/>
          <p:cNvSpPr txBox="1">
            <a:spLocks noGrp="1"/>
          </p:cNvSpPr>
          <p:nvPr>
            <p:ph type="title" idx="3"/>
          </p:nvPr>
        </p:nvSpPr>
        <p:spPr>
          <a:xfrm>
            <a:off x="409500" y="1578275"/>
            <a:ext cx="3354000" cy="10911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3400"/>
              <a:buFont typeface="Lato"/>
              <a:buNone/>
              <a:defRPr sz="1600">
                <a:latin typeface="Lato"/>
                <a:ea typeface="Lato"/>
                <a:cs typeface="Lato"/>
                <a:sym typeface="Lato"/>
              </a:defRPr>
            </a:lvl1pPr>
            <a:lvl2pPr lvl="1">
              <a:lnSpc>
                <a:spcPct val="100000"/>
              </a:lnSpc>
              <a:spcBef>
                <a:spcPts val="0"/>
              </a:spcBef>
              <a:spcAft>
                <a:spcPts val="0"/>
              </a:spcAft>
              <a:buClr>
                <a:schemeClr val="dk1"/>
              </a:buClr>
              <a:buSzPts val="3400"/>
              <a:buFont typeface="Lato"/>
              <a:buNone/>
              <a:defRPr sz="1600">
                <a:latin typeface="Lato"/>
                <a:ea typeface="Lato"/>
                <a:cs typeface="Lato"/>
                <a:sym typeface="Lato"/>
              </a:defRPr>
            </a:lvl2pPr>
            <a:lvl3pPr lvl="2">
              <a:lnSpc>
                <a:spcPct val="100000"/>
              </a:lnSpc>
              <a:spcBef>
                <a:spcPts val="0"/>
              </a:spcBef>
              <a:spcAft>
                <a:spcPts val="0"/>
              </a:spcAft>
              <a:buClr>
                <a:schemeClr val="dk1"/>
              </a:buClr>
              <a:buSzPts val="3400"/>
              <a:buFont typeface="Lato"/>
              <a:buNone/>
              <a:defRPr sz="1600">
                <a:latin typeface="Lato"/>
                <a:ea typeface="Lato"/>
                <a:cs typeface="Lato"/>
                <a:sym typeface="Lato"/>
              </a:defRPr>
            </a:lvl3pPr>
            <a:lvl4pPr lvl="3">
              <a:lnSpc>
                <a:spcPct val="100000"/>
              </a:lnSpc>
              <a:spcBef>
                <a:spcPts val="0"/>
              </a:spcBef>
              <a:spcAft>
                <a:spcPts val="0"/>
              </a:spcAft>
              <a:buClr>
                <a:schemeClr val="dk1"/>
              </a:buClr>
              <a:buSzPts val="3400"/>
              <a:buFont typeface="Lato"/>
              <a:buNone/>
              <a:defRPr sz="1600">
                <a:latin typeface="Lato"/>
                <a:ea typeface="Lato"/>
                <a:cs typeface="Lato"/>
                <a:sym typeface="Lato"/>
              </a:defRPr>
            </a:lvl4pPr>
            <a:lvl5pPr lvl="4">
              <a:lnSpc>
                <a:spcPct val="100000"/>
              </a:lnSpc>
              <a:spcBef>
                <a:spcPts val="0"/>
              </a:spcBef>
              <a:spcAft>
                <a:spcPts val="0"/>
              </a:spcAft>
              <a:buClr>
                <a:schemeClr val="dk1"/>
              </a:buClr>
              <a:buSzPts val="3400"/>
              <a:buFont typeface="Lato"/>
              <a:buNone/>
              <a:defRPr sz="1600">
                <a:latin typeface="Lato"/>
                <a:ea typeface="Lato"/>
                <a:cs typeface="Lato"/>
                <a:sym typeface="Lato"/>
              </a:defRPr>
            </a:lvl5pPr>
            <a:lvl6pPr lvl="5">
              <a:lnSpc>
                <a:spcPct val="100000"/>
              </a:lnSpc>
              <a:spcBef>
                <a:spcPts val="0"/>
              </a:spcBef>
              <a:spcAft>
                <a:spcPts val="0"/>
              </a:spcAft>
              <a:buClr>
                <a:schemeClr val="dk1"/>
              </a:buClr>
              <a:buSzPts val="3400"/>
              <a:buFont typeface="Lato"/>
              <a:buNone/>
              <a:defRPr sz="1600">
                <a:latin typeface="Lato"/>
                <a:ea typeface="Lato"/>
                <a:cs typeface="Lato"/>
                <a:sym typeface="Lato"/>
              </a:defRPr>
            </a:lvl6pPr>
            <a:lvl7pPr lvl="6">
              <a:lnSpc>
                <a:spcPct val="100000"/>
              </a:lnSpc>
              <a:spcBef>
                <a:spcPts val="0"/>
              </a:spcBef>
              <a:spcAft>
                <a:spcPts val="0"/>
              </a:spcAft>
              <a:buClr>
                <a:schemeClr val="dk1"/>
              </a:buClr>
              <a:buSzPts val="3400"/>
              <a:buFont typeface="Lato"/>
              <a:buNone/>
              <a:defRPr sz="1600">
                <a:latin typeface="Lato"/>
                <a:ea typeface="Lato"/>
                <a:cs typeface="Lato"/>
                <a:sym typeface="Lato"/>
              </a:defRPr>
            </a:lvl7pPr>
            <a:lvl8pPr lvl="7">
              <a:lnSpc>
                <a:spcPct val="100000"/>
              </a:lnSpc>
              <a:spcBef>
                <a:spcPts val="0"/>
              </a:spcBef>
              <a:spcAft>
                <a:spcPts val="0"/>
              </a:spcAft>
              <a:buClr>
                <a:schemeClr val="dk1"/>
              </a:buClr>
              <a:buSzPts val="3400"/>
              <a:buFont typeface="Lato"/>
              <a:buNone/>
              <a:defRPr sz="1600">
                <a:latin typeface="Lato"/>
                <a:ea typeface="Lato"/>
                <a:cs typeface="Lato"/>
                <a:sym typeface="Lato"/>
              </a:defRPr>
            </a:lvl8pPr>
            <a:lvl9pPr lvl="8">
              <a:lnSpc>
                <a:spcPct val="100000"/>
              </a:lnSpc>
              <a:spcBef>
                <a:spcPts val="0"/>
              </a:spcBef>
              <a:spcAft>
                <a:spcPts val="0"/>
              </a:spcAft>
              <a:buClr>
                <a:schemeClr val="dk1"/>
              </a:buClr>
              <a:buSzPts val="3400"/>
              <a:buFont typeface="Lato"/>
              <a:buNone/>
              <a:defRPr sz="1600">
                <a:latin typeface="Lato"/>
                <a:ea typeface="Lato"/>
                <a:cs typeface="Lato"/>
                <a:sym typeface="Lato"/>
              </a:defRPr>
            </a:lvl9pPr>
          </a:lstStyle>
          <a:p>
            <a:endParaRPr/>
          </a:p>
        </p:txBody>
      </p:sp>
      <p:sp>
        <p:nvSpPr>
          <p:cNvPr id="79" name="Google Shape;79;p36"/>
          <p:cNvSpPr txBox="1">
            <a:spLocks noGrp="1"/>
          </p:cNvSpPr>
          <p:nvPr>
            <p:ph type="title" idx="4"/>
          </p:nvPr>
        </p:nvSpPr>
        <p:spPr>
          <a:xfrm>
            <a:off x="409500" y="401500"/>
            <a:ext cx="3748500" cy="10911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dk1"/>
              </a:buClr>
              <a:buSzPts val="4800"/>
              <a:buFont typeface="Calibri"/>
              <a:buNone/>
              <a:defRPr sz="4800"/>
            </a:lvl1pPr>
            <a:lvl2pPr lvl="1">
              <a:spcBef>
                <a:spcPts val="0"/>
              </a:spcBef>
              <a:spcAft>
                <a:spcPts val="0"/>
              </a:spcAft>
              <a:buClr>
                <a:schemeClr val="dk1"/>
              </a:buClr>
              <a:buSzPts val="4800"/>
              <a:buFont typeface="Quantico"/>
              <a:buNone/>
              <a:defRPr sz="4800">
                <a:latin typeface="Quantico"/>
                <a:ea typeface="Quantico"/>
                <a:cs typeface="Quantico"/>
                <a:sym typeface="Quantico"/>
              </a:defRPr>
            </a:lvl2pPr>
            <a:lvl3pPr lvl="2">
              <a:spcBef>
                <a:spcPts val="0"/>
              </a:spcBef>
              <a:spcAft>
                <a:spcPts val="0"/>
              </a:spcAft>
              <a:buClr>
                <a:schemeClr val="dk1"/>
              </a:buClr>
              <a:buSzPts val="4800"/>
              <a:buFont typeface="Quantico"/>
              <a:buNone/>
              <a:defRPr sz="4800">
                <a:latin typeface="Quantico"/>
                <a:ea typeface="Quantico"/>
                <a:cs typeface="Quantico"/>
                <a:sym typeface="Quantico"/>
              </a:defRPr>
            </a:lvl3pPr>
            <a:lvl4pPr lvl="3">
              <a:spcBef>
                <a:spcPts val="0"/>
              </a:spcBef>
              <a:spcAft>
                <a:spcPts val="0"/>
              </a:spcAft>
              <a:buClr>
                <a:schemeClr val="dk1"/>
              </a:buClr>
              <a:buSzPts val="4800"/>
              <a:buFont typeface="Quantico"/>
              <a:buNone/>
              <a:defRPr sz="4800">
                <a:latin typeface="Quantico"/>
                <a:ea typeface="Quantico"/>
                <a:cs typeface="Quantico"/>
                <a:sym typeface="Quantico"/>
              </a:defRPr>
            </a:lvl4pPr>
            <a:lvl5pPr lvl="4">
              <a:spcBef>
                <a:spcPts val="0"/>
              </a:spcBef>
              <a:spcAft>
                <a:spcPts val="0"/>
              </a:spcAft>
              <a:buClr>
                <a:schemeClr val="dk1"/>
              </a:buClr>
              <a:buSzPts val="4800"/>
              <a:buFont typeface="Quantico"/>
              <a:buNone/>
              <a:defRPr sz="4800">
                <a:latin typeface="Quantico"/>
                <a:ea typeface="Quantico"/>
                <a:cs typeface="Quantico"/>
                <a:sym typeface="Quantico"/>
              </a:defRPr>
            </a:lvl5pPr>
            <a:lvl6pPr lvl="5">
              <a:spcBef>
                <a:spcPts val="0"/>
              </a:spcBef>
              <a:spcAft>
                <a:spcPts val="0"/>
              </a:spcAft>
              <a:buClr>
                <a:schemeClr val="dk1"/>
              </a:buClr>
              <a:buSzPts val="4800"/>
              <a:buFont typeface="Quantico"/>
              <a:buNone/>
              <a:defRPr sz="4800">
                <a:latin typeface="Quantico"/>
                <a:ea typeface="Quantico"/>
                <a:cs typeface="Quantico"/>
                <a:sym typeface="Quantico"/>
              </a:defRPr>
            </a:lvl6pPr>
            <a:lvl7pPr lvl="6">
              <a:spcBef>
                <a:spcPts val="0"/>
              </a:spcBef>
              <a:spcAft>
                <a:spcPts val="0"/>
              </a:spcAft>
              <a:buClr>
                <a:schemeClr val="dk1"/>
              </a:buClr>
              <a:buSzPts val="4800"/>
              <a:buFont typeface="Quantico"/>
              <a:buNone/>
              <a:defRPr sz="4800">
                <a:latin typeface="Quantico"/>
                <a:ea typeface="Quantico"/>
                <a:cs typeface="Quantico"/>
                <a:sym typeface="Quantico"/>
              </a:defRPr>
            </a:lvl7pPr>
            <a:lvl8pPr lvl="7">
              <a:spcBef>
                <a:spcPts val="0"/>
              </a:spcBef>
              <a:spcAft>
                <a:spcPts val="0"/>
              </a:spcAft>
              <a:buClr>
                <a:schemeClr val="dk1"/>
              </a:buClr>
              <a:buSzPts val="4800"/>
              <a:buFont typeface="Quantico"/>
              <a:buNone/>
              <a:defRPr sz="4800">
                <a:latin typeface="Quantico"/>
                <a:ea typeface="Quantico"/>
                <a:cs typeface="Quantico"/>
                <a:sym typeface="Quantico"/>
              </a:defRPr>
            </a:lvl8pPr>
            <a:lvl9pPr lvl="8">
              <a:spcBef>
                <a:spcPts val="0"/>
              </a:spcBef>
              <a:spcAft>
                <a:spcPts val="0"/>
              </a:spcAft>
              <a:buClr>
                <a:schemeClr val="dk1"/>
              </a:buClr>
              <a:buSzPts val="4800"/>
              <a:buFont typeface="Quantico"/>
              <a:buNone/>
              <a:defRPr sz="4800">
                <a:latin typeface="Quantico"/>
                <a:ea typeface="Quantico"/>
                <a:cs typeface="Quantico"/>
                <a:sym typeface="Quantico"/>
              </a:defRPr>
            </a:lvl9pPr>
          </a:lstStyle>
          <a:p>
            <a:endParaRPr/>
          </a:p>
        </p:txBody>
      </p:sp>
    </p:spTree>
    <p:extLst>
      <p:ext uri="{BB962C8B-B14F-4D97-AF65-F5344CB8AC3E}">
        <p14:creationId xmlns:p14="http://schemas.microsoft.com/office/powerpoint/2010/main" val="156359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1262382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
          <p:cNvSpPr txBox="1">
            <a:spLocks noGrp="1"/>
          </p:cNvSpPr>
          <p:nvPr>
            <p:ph type="title"/>
          </p:nvPr>
        </p:nvSpPr>
        <p:spPr>
          <a:xfrm>
            <a:off x="885250" y="860975"/>
            <a:ext cx="4387500" cy="2036400"/>
          </a:xfrm>
          <a:prstGeom prst="rect">
            <a:avLst/>
          </a:prstGeom>
          <a:noFill/>
          <a:ln>
            <a:noFill/>
          </a:ln>
        </p:spPr>
        <p:txBody>
          <a:bodyPr spcFirstLastPara="1" wrap="square" lIns="0" tIns="0" rIns="91425" bIns="0" anchor="t" anchorCtr="0">
            <a:noAutofit/>
          </a:bodyPr>
          <a:lstStyle/>
          <a:p>
            <a:pPr marL="0" lvl="0" indent="0" algn="l" rtl="0">
              <a:lnSpc>
                <a:spcPct val="80000"/>
              </a:lnSpc>
              <a:spcBef>
                <a:spcPts val="0"/>
              </a:spcBef>
              <a:spcAft>
                <a:spcPts val="0"/>
              </a:spcAft>
              <a:buClr>
                <a:srgbClr val="000000"/>
              </a:buClr>
              <a:buSzPts val="3000"/>
              <a:buFont typeface="Comfortaa"/>
              <a:buNone/>
            </a:pPr>
            <a:r>
              <a:rPr lang="en" sz="6000">
                <a:solidFill>
                  <a:srgbClr val="073763"/>
                </a:solidFill>
                <a:latin typeface="Comfortaa"/>
                <a:ea typeface="Comfortaa"/>
                <a:cs typeface="Comfortaa"/>
                <a:sym typeface="Comfortaa"/>
              </a:rPr>
              <a:t>AstroSage Analysis</a:t>
            </a:r>
            <a:endParaRPr sz="6000">
              <a:solidFill>
                <a:srgbClr val="073763"/>
              </a:solidFill>
              <a:latin typeface="Comfortaa"/>
              <a:ea typeface="Comfortaa"/>
              <a:cs typeface="Comfortaa"/>
              <a:sym typeface="Comfortaa"/>
            </a:endParaRPr>
          </a:p>
        </p:txBody>
      </p:sp>
      <p:sp>
        <p:nvSpPr>
          <p:cNvPr id="154" name="Google Shape;154;p1"/>
          <p:cNvSpPr txBox="1">
            <a:spLocks noGrp="1"/>
          </p:cNvSpPr>
          <p:nvPr>
            <p:ph type="subTitle" idx="1"/>
          </p:nvPr>
        </p:nvSpPr>
        <p:spPr>
          <a:xfrm>
            <a:off x="1188600" y="3064200"/>
            <a:ext cx="3383400" cy="600834"/>
          </a:xfrm>
          <a:prstGeom prst="rect">
            <a:avLst/>
          </a:prstGeom>
          <a:noFill/>
          <a:ln>
            <a:noFill/>
          </a:ln>
        </p:spPr>
        <p:txBody>
          <a:bodyPr spcFirstLastPara="1" wrap="square" lIns="0" tIns="0" rIns="91425" bIns="0" anchor="t" anchorCtr="0">
            <a:noAutofit/>
          </a:bodyPr>
          <a:lstStyle/>
          <a:p>
            <a:pPr marL="0" lvl="0" indent="0" algn="ctr" rtl="0">
              <a:lnSpc>
                <a:spcPct val="100000"/>
              </a:lnSpc>
              <a:spcBef>
                <a:spcPts val="0"/>
              </a:spcBef>
              <a:spcAft>
                <a:spcPts val="0"/>
              </a:spcAft>
              <a:buSzPts val="1100"/>
              <a:buNone/>
            </a:pPr>
            <a:r>
              <a:rPr lang="en" sz="1800" b="1" dirty="0">
                <a:latin typeface="Comfortaa"/>
                <a:ea typeface="Comfortaa"/>
                <a:cs typeface="Comfortaa"/>
                <a:sym typeface="Comfortaa"/>
              </a:rPr>
              <a:t>Pyla Pavan Kumar Reddy</a:t>
            </a:r>
            <a:endParaRPr sz="1800" b="1" dirty="0">
              <a:latin typeface="Comfortaa"/>
              <a:ea typeface="Comfortaa"/>
              <a:cs typeface="Comfortaa"/>
              <a:sym typeface="Comfortaa"/>
            </a:endParaRPr>
          </a:p>
          <a:p>
            <a:pPr marL="0" lvl="0" indent="0" algn="ctr" rtl="0">
              <a:lnSpc>
                <a:spcPct val="100000"/>
              </a:lnSpc>
              <a:spcBef>
                <a:spcPts val="0"/>
              </a:spcBef>
              <a:spcAft>
                <a:spcPts val="0"/>
              </a:spcAft>
              <a:buSzPts val="1100"/>
              <a:buNone/>
            </a:pPr>
            <a:r>
              <a:rPr lang="en-US" sz="1800" b="1" dirty="0">
                <a:latin typeface="Comfortaa"/>
                <a:ea typeface="Comfortaa"/>
                <a:cs typeface="Comfortaa"/>
                <a:sym typeface="Comfortaa"/>
              </a:rPr>
              <a:t>April batch 2025</a:t>
            </a:r>
            <a:endParaRPr sz="1800" b="1" dirty="0">
              <a:latin typeface="Comfortaa"/>
              <a:ea typeface="Comfortaa"/>
              <a:cs typeface="Comfortaa"/>
              <a:sym typeface="Comfortaa"/>
            </a:endParaRPr>
          </a:p>
        </p:txBody>
      </p:sp>
      <p:pic>
        <p:nvPicPr>
          <p:cNvPr id="155" name="Google Shape;155;p1"/>
          <p:cNvPicPr preferRelativeResize="0"/>
          <p:nvPr/>
        </p:nvPicPr>
        <p:blipFill rotWithShape="1">
          <a:blip r:embed="rId3">
            <a:alphaModFix/>
          </a:blip>
          <a:srcRect l="31" t="9" r="47" b="27"/>
          <a:stretch/>
        </p:blipFill>
        <p:spPr>
          <a:xfrm>
            <a:off x="5733100" y="782275"/>
            <a:ext cx="3198423" cy="35763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
          <p:cNvSpPr txBox="1"/>
          <p:nvPr/>
        </p:nvSpPr>
        <p:spPr>
          <a:xfrm>
            <a:off x="330975" y="122774"/>
            <a:ext cx="8419500" cy="1477297"/>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en" sz="2400" b="1" i="0" u="none" strike="noStrike" cap="none" dirty="0">
                <a:solidFill>
                  <a:srgbClr val="1E4E79"/>
                </a:solidFill>
                <a:latin typeface="Comfortaa"/>
                <a:ea typeface="Comfortaa"/>
                <a:cs typeface="Comfortaa"/>
                <a:sym typeface="Comfortaa"/>
              </a:rPr>
              <a:t>Problem Statement</a:t>
            </a:r>
            <a:endParaRPr sz="2800" b="1" i="0" u="none" strike="noStrike" cap="none" dirty="0">
              <a:solidFill>
                <a:srgbClr val="1E4E79"/>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800"/>
              <a:buFont typeface="Arial"/>
              <a:buNone/>
            </a:pPr>
            <a:r>
              <a:rPr lang="en" sz="1200" b="0" i="0" u="none" strike="noStrike" cap="none" dirty="0">
                <a:solidFill>
                  <a:schemeClr val="dk1"/>
                </a:solidFill>
                <a:latin typeface="Comfortaa"/>
                <a:ea typeface="Comfortaa"/>
                <a:cs typeface="Comfortaa"/>
                <a:sym typeface="Comfortaa"/>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endParaRPr sz="1200" b="0" i="0" u="none" strike="noStrike" cap="none" dirty="0">
              <a:solidFill>
                <a:schemeClr val="dk1"/>
              </a:solidFill>
              <a:latin typeface="Comfortaa"/>
              <a:ea typeface="Comfortaa"/>
              <a:cs typeface="Comfortaa"/>
              <a:sym typeface="Comfortaa"/>
            </a:endParaRPr>
          </a:p>
        </p:txBody>
      </p:sp>
      <p:pic>
        <p:nvPicPr>
          <p:cNvPr id="169" name="Google Shape;169;p3"/>
          <p:cNvPicPr preferRelativeResize="0"/>
          <p:nvPr/>
        </p:nvPicPr>
        <p:blipFill rotWithShape="1">
          <a:blip r:embed="rId3">
            <a:alphaModFix/>
          </a:blip>
          <a:srcRect/>
          <a:stretch/>
        </p:blipFill>
        <p:spPr>
          <a:xfrm>
            <a:off x="330975" y="1777869"/>
            <a:ext cx="8470425" cy="285125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4" descr="Spaces to add section titles"/>
          <p:cNvSpPr txBox="1">
            <a:spLocks noGrp="1"/>
          </p:cNvSpPr>
          <p:nvPr>
            <p:ph type="subTitle" idx="4294967295"/>
          </p:nvPr>
        </p:nvSpPr>
        <p:spPr>
          <a:xfrm>
            <a:off x="0" y="839788"/>
            <a:ext cx="8943975" cy="525462"/>
          </a:xfrm>
          <a:prstGeom prst="rect">
            <a:avLst/>
          </a:prstGeom>
          <a:noFill/>
          <a:ln>
            <a:noFill/>
          </a:ln>
        </p:spPr>
        <p:txBody>
          <a:bodyPr spcFirstLastPara="1" wrap="square" lIns="0" tIns="0" rIns="91425" bIns="0" anchor="t" anchorCtr="0">
            <a:noAutofit/>
          </a:bodyPr>
          <a:lstStyle/>
          <a:p>
            <a:pPr marL="0" marR="0" lvl="0" indent="0" algn="ctr" rtl="0">
              <a:lnSpc>
                <a:spcPct val="80000"/>
              </a:lnSpc>
              <a:spcBef>
                <a:spcPts val="0"/>
              </a:spcBef>
              <a:spcAft>
                <a:spcPts val="0"/>
              </a:spcAft>
              <a:buClr>
                <a:srgbClr val="1E4E79"/>
              </a:buClr>
              <a:buSzPts val="1000"/>
              <a:buFont typeface="Arial"/>
              <a:buNone/>
            </a:pPr>
            <a:r>
              <a:rPr lang="en" sz="2400" b="1" i="0" u="none" strike="noStrike" cap="none" dirty="0">
                <a:solidFill>
                  <a:srgbClr val="1E4E79"/>
                </a:solidFill>
                <a:latin typeface="Comfortaa Medium"/>
                <a:ea typeface="Comfortaa Medium"/>
                <a:cs typeface="Comfortaa Medium"/>
                <a:sym typeface="Comfortaa Medium"/>
              </a:rPr>
              <a:t>Data Overview</a:t>
            </a:r>
            <a:endParaRPr sz="2400" b="1" i="0" u="none" strike="noStrike" cap="none" dirty="0">
              <a:solidFill>
                <a:srgbClr val="1E4E79"/>
              </a:solidFill>
              <a:latin typeface="Comfortaa Medium"/>
              <a:ea typeface="Comfortaa Medium"/>
              <a:cs typeface="Comfortaa Medium"/>
              <a:sym typeface="Comfortaa Medium"/>
            </a:endParaRPr>
          </a:p>
        </p:txBody>
      </p:sp>
      <p:sp>
        <p:nvSpPr>
          <p:cNvPr id="175" name="Google Shape;175;p4"/>
          <p:cNvSpPr txBox="1"/>
          <p:nvPr/>
        </p:nvSpPr>
        <p:spPr>
          <a:xfrm>
            <a:off x="396920" y="2120251"/>
            <a:ext cx="5712402" cy="1200288"/>
          </a:xfrm>
          <a:prstGeom prst="rect">
            <a:avLst/>
          </a:prstGeom>
          <a:noFill/>
          <a:ln>
            <a:noFill/>
          </a:ln>
        </p:spPr>
        <p:txBody>
          <a:bodyPr spcFirstLastPara="1" wrap="square" lIns="91425" tIns="45700" rIns="91425" bIns="45700" anchor="t" anchorCtr="0">
            <a:spAutoFit/>
          </a:bodyPr>
          <a:lstStyle/>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2,790 unique users served by 305 gurus.</a:t>
            </a:r>
            <a:endParaRPr sz="1200" b="0" i="0" u="none" strike="noStrike" cap="none" dirty="0">
              <a:solidFill>
                <a:srgbClr val="000000"/>
              </a:solidFill>
              <a:latin typeface="Comfortaa"/>
              <a:ea typeface="Comfortaa"/>
              <a:cs typeface="Comfortaa"/>
              <a:sym typeface="Comfortaa"/>
            </a:endParaRPr>
          </a:p>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Covers 34 days of data from India.</a:t>
            </a:r>
            <a:endParaRPr sz="1200" b="0" i="0" u="none" strike="noStrike" cap="none" dirty="0">
              <a:solidFill>
                <a:srgbClr val="000000"/>
              </a:solidFill>
              <a:latin typeface="Comfortaa"/>
              <a:ea typeface="Comfortaa"/>
              <a:cs typeface="Comfortaa"/>
              <a:sym typeface="Comfortaa"/>
            </a:endParaRPr>
          </a:p>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8,512 total calls (41% completed, 14% failed, 10% incomplete).</a:t>
            </a:r>
            <a:endParaRPr sz="1200" b="0" i="0" u="none" strike="noStrike" cap="none" dirty="0">
              <a:solidFill>
                <a:srgbClr val="000000"/>
              </a:solidFill>
              <a:latin typeface="Comfortaa"/>
              <a:ea typeface="Comfortaa"/>
              <a:cs typeface="Comfortaa"/>
              <a:sym typeface="Comfortaa"/>
            </a:endParaRPr>
          </a:p>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Data used to analyze customer trends and optimize operations.</a:t>
            </a:r>
            <a:endParaRPr sz="1200" b="0" i="0" u="none" strike="noStrike" cap="none" dirty="0">
              <a:solidFill>
                <a:srgbClr val="000000"/>
              </a:solidFill>
              <a:latin typeface="Comfortaa"/>
              <a:ea typeface="Comfortaa"/>
              <a:cs typeface="Comfortaa"/>
              <a:sym typeface="Comfortaa"/>
            </a:endParaRPr>
          </a:p>
        </p:txBody>
      </p:sp>
      <p:pic>
        <p:nvPicPr>
          <p:cNvPr id="176" name="Google Shape;176;p4" descr="8,500+ Database Logo Stock Illustrations, Royalty-Free Vector Graphics &amp;  Clip Art - iStock"/>
          <p:cNvPicPr preferRelativeResize="0"/>
          <p:nvPr/>
        </p:nvPicPr>
        <p:blipFill rotWithShape="1">
          <a:blip r:embed="rId3">
            <a:alphaModFix/>
          </a:blip>
          <a:srcRect/>
          <a:stretch/>
        </p:blipFill>
        <p:spPr>
          <a:xfrm>
            <a:off x="5792106" y="1078761"/>
            <a:ext cx="3283267" cy="32832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5"/>
          <p:cNvSpPr txBox="1"/>
          <p:nvPr/>
        </p:nvSpPr>
        <p:spPr>
          <a:xfrm>
            <a:off x="1198443" y="571501"/>
            <a:ext cx="6255527"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2400" b="1" i="0" u="none" strike="noStrike" cap="none" dirty="0">
                <a:solidFill>
                  <a:srgbClr val="1E4E79"/>
                </a:solidFill>
                <a:latin typeface="Comfortaa"/>
                <a:ea typeface="Comfortaa"/>
                <a:cs typeface="Comfortaa"/>
                <a:sym typeface="Comfortaa"/>
              </a:rPr>
              <a:t>Data Cleaning and Pre-processing</a:t>
            </a:r>
            <a:endParaRPr sz="2400" b="1" i="0" u="none" strike="noStrike" cap="none" dirty="0">
              <a:solidFill>
                <a:srgbClr val="1E4E79"/>
              </a:solidFill>
              <a:latin typeface="Comfortaa"/>
              <a:ea typeface="Comfortaa"/>
              <a:cs typeface="Comfortaa"/>
              <a:sym typeface="Comfortaa"/>
            </a:endParaRPr>
          </a:p>
        </p:txBody>
      </p:sp>
      <p:sp>
        <p:nvSpPr>
          <p:cNvPr id="182" name="Google Shape;182;p5"/>
          <p:cNvSpPr txBox="1"/>
          <p:nvPr/>
        </p:nvSpPr>
        <p:spPr>
          <a:xfrm>
            <a:off x="684318" y="1062662"/>
            <a:ext cx="5097000" cy="350933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1"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Handle missing values and blank data cells across the dataset. </a:t>
            </a:r>
            <a:endParaRPr sz="1200" b="0" i="0" u="none" strike="noStrike" cap="none" dirty="0">
              <a:solidFill>
                <a:schemeClr val="dk1"/>
              </a:solidFill>
              <a:latin typeface="Comfortaa"/>
              <a:ea typeface="Comfortaa"/>
              <a:cs typeface="Comfortaa"/>
              <a:sym typeface="Comfortaa"/>
            </a:endParaRPr>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Normalized date values in day, month and year for daily, monthly and yearly reports.</a:t>
            </a:r>
            <a:endParaRPr dirty="0"/>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This dataset allows for an in- depth understanding of AstroSage market presence and operational scope.</a:t>
            </a:r>
            <a:endParaRPr dirty="0"/>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A good dataset is important to understand the operational cost , customer satisfaction and trend in the sales of call center.</a:t>
            </a:r>
            <a:endParaRPr dirty="0"/>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This dataset enable us to predict and suggest future investments to grow the sales Turnover.</a:t>
            </a:r>
            <a:endParaRPr sz="1200" b="0" i="0" u="none" strike="noStrike" cap="none" dirty="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p:txBody>
      </p:sp>
      <p:pic>
        <p:nvPicPr>
          <p:cNvPr id="183" name="Google Shape;183;p5" descr="Data cleaning - Free electronics icons"/>
          <p:cNvPicPr preferRelativeResize="0"/>
          <p:nvPr/>
        </p:nvPicPr>
        <p:blipFill rotWithShape="1">
          <a:blip r:embed="rId3">
            <a:alphaModFix/>
          </a:blip>
          <a:srcRect/>
          <a:stretch/>
        </p:blipFill>
        <p:spPr>
          <a:xfrm>
            <a:off x="6021282" y="1246082"/>
            <a:ext cx="2438400" cy="2438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descr="Space to add the employee's name"/>
          <p:cNvSpPr txBox="1">
            <a:spLocks noGrp="1"/>
          </p:cNvSpPr>
          <p:nvPr>
            <p:ph type="title"/>
          </p:nvPr>
        </p:nvSpPr>
        <p:spPr>
          <a:xfrm>
            <a:off x="443085" y="1168765"/>
            <a:ext cx="5386800" cy="3286200"/>
          </a:xfrm>
          <a:prstGeom prst="rect">
            <a:avLst/>
          </a:prstGeom>
          <a:noFill/>
          <a:ln>
            <a:noFill/>
          </a:ln>
        </p:spPr>
        <p:txBody>
          <a:bodyPr spcFirstLastPara="1" wrap="square" lIns="0" tIns="0" rIns="91425" bIns="0" anchor="t" anchorCtr="0">
            <a:noAutofit/>
          </a:bodyPr>
          <a:lstStyle/>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400" dirty="0">
                <a:solidFill>
                  <a:schemeClr val="tx1"/>
                </a:solidFill>
                <a:latin typeface="Comfortaa"/>
                <a:ea typeface="Comfortaa"/>
                <a:cs typeface="Comfortaa"/>
                <a:sym typeface="Comfortaa"/>
              </a:rPr>
              <a:t>Data Cleaning </a:t>
            </a:r>
            <a:r>
              <a:rPr lang="en" sz="1200" b="0" dirty="0">
                <a:solidFill>
                  <a:schemeClr val="tx1"/>
                </a:solidFill>
                <a:latin typeface="Comfortaa"/>
                <a:ea typeface="Comfortaa"/>
                <a:cs typeface="Comfortaa"/>
                <a:sym typeface="Comfortaa"/>
              </a:rPr>
              <a:t>- Used spreadsheets functions like trim and Removing duplicates for data cleaning.</a:t>
            </a:r>
            <a:endParaRPr sz="1200" b="0" dirty="0">
              <a:solidFill>
                <a:schemeClr val="tx1"/>
              </a:solidFill>
              <a:latin typeface="Comfortaa"/>
              <a:ea typeface="Comfortaa"/>
              <a:cs typeface="Comfortaa"/>
              <a:sym typeface="Comfortaa"/>
            </a:endParaRPr>
          </a:p>
          <a:p>
            <a:pPr marL="800100" lvl="0" indent="-171450" algn="l" rtl="0">
              <a:lnSpc>
                <a:spcPct val="100000"/>
              </a:lnSpc>
              <a:spcBef>
                <a:spcPts val="0"/>
              </a:spcBef>
              <a:spcAft>
                <a:spcPts val="0"/>
              </a:spcAft>
              <a:buClr>
                <a:schemeClr val="dk1"/>
              </a:buClr>
              <a:buSzPts val="3600"/>
              <a:buFont typeface="Arial" panose="020B0604020202020204" pitchFamily="34" charset="0"/>
              <a:buChar char="•"/>
            </a:pPr>
            <a:endParaRPr sz="1200" b="0" dirty="0">
              <a:solidFill>
                <a:schemeClr val="tx1"/>
              </a:solidFill>
              <a:latin typeface="Comfortaa"/>
              <a:ea typeface="Comfortaa"/>
              <a:cs typeface="Comfortaa"/>
              <a:sym typeface="Comfortaa"/>
            </a:endParaRPr>
          </a:p>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400" dirty="0">
                <a:solidFill>
                  <a:schemeClr val="tx1"/>
                </a:solidFill>
                <a:latin typeface="Comfortaa"/>
                <a:ea typeface="Comfortaa"/>
                <a:cs typeface="Comfortaa"/>
                <a:sym typeface="Comfortaa"/>
              </a:rPr>
              <a:t>Data Enrichment </a:t>
            </a:r>
            <a:r>
              <a:rPr lang="en" sz="1200" b="0" dirty="0">
                <a:solidFill>
                  <a:schemeClr val="tx1"/>
                </a:solidFill>
                <a:latin typeface="Comfortaa"/>
                <a:ea typeface="Comfortaa"/>
                <a:cs typeface="Comfortaa"/>
                <a:sym typeface="Comfortaa"/>
              </a:rPr>
              <a:t>- Added new variables using Date functions for better analysis .</a:t>
            </a:r>
            <a:endParaRPr sz="1200" b="0" dirty="0">
              <a:solidFill>
                <a:schemeClr val="tx1"/>
              </a:solidFill>
              <a:latin typeface="Comfortaa"/>
              <a:ea typeface="Comfortaa"/>
              <a:cs typeface="Comfortaa"/>
              <a:sym typeface="Comfortaa"/>
            </a:endParaRPr>
          </a:p>
          <a:p>
            <a:pPr marL="800100" lvl="0" indent="-171450" algn="l" rtl="0">
              <a:lnSpc>
                <a:spcPct val="100000"/>
              </a:lnSpc>
              <a:spcBef>
                <a:spcPts val="0"/>
              </a:spcBef>
              <a:spcAft>
                <a:spcPts val="0"/>
              </a:spcAft>
              <a:buClr>
                <a:schemeClr val="dk1"/>
              </a:buClr>
              <a:buSzPts val="3600"/>
              <a:buFont typeface="Arial" panose="020B0604020202020204" pitchFamily="34" charset="0"/>
              <a:buChar char="•"/>
            </a:pPr>
            <a:endParaRPr sz="1200" b="0" dirty="0">
              <a:solidFill>
                <a:schemeClr val="tx1"/>
              </a:solidFill>
              <a:latin typeface="Comfortaa"/>
              <a:ea typeface="Comfortaa"/>
              <a:cs typeface="Comfortaa"/>
              <a:sym typeface="Comfortaa"/>
            </a:endParaRPr>
          </a:p>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400" dirty="0">
                <a:solidFill>
                  <a:schemeClr val="tx1"/>
                </a:solidFill>
                <a:latin typeface="Comfortaa"/>
                <a:ea typeface="Comfortaa"/>
                <a:cs typeface="Comfortaa"/>
                <a:sym typeface="Comfortaa"/>
              </a:rPr>
              <a:t>Customer Segmentation </a:t>
            </a:r>
            <a:r>
              <a:rPr lang="en" sz="1200" b="0" dirty="0">
                <a:solidFill>
                  <a:schemeClr val="tx1"/>
                </a:solidFill>
                <a:latin typeface="Comfortaa"/>
                <a:ea typeface="Comfortaa"/>
                <a:cs typeface="Comfortaa"/>
                <a:sym typeface="Comfortaa"/>
              </a:rPr>
              <a:t>- Used Sorting and Filtering to classify customers based on consultation type and summarizing key metrics and Identifying connection patterns across different metrics and product categories.</a:t>
            </a:r>
            <a:endParaRPr sz="1200" b="0" dirty="0">
              <a:solidFill>
                <a:schemeClr val="tx1"/>
              </a:solidFill>
              <a:latin typeface="Comfortaa"/>
              <a:ea typeface="Comfortaa"/>
              <a:cs typeface="Comfortaa"/>
              <a:sym typeface="Comfortaa"/>
            </a:endParaRPr>
          </a:p>
          <a:p>
            <a:pPr marL="628650" lvl="0" indent="-171450" algn="l" rtl="0">
              <a:lnSpc>
                <a:spcPct val="100000"/>
              </a:lnSpc>
              <a:spcBef>
                <a:spcPts val="0"/>
              </a:spcBef>
              <a:spcAft>
                <a:spcPts val="0"/>
              </a:spcAft>
              <a:buClr>
                <a:schemeClr val="dk1"/>
              </a:buClr>
              <a:buSzPts val="3600"/>
              <a:buFont typeface="Arial" panose="020B0604020202020204" pitchFamily="34" charset="0"/>
              <a:buChar char="•"/>
            </a:pPr>
            <a:endParaRPr sz="1200" b="0" dirty="0">
              <a:solidFill>
                <a:schemeClr val="tx1"/>
              </a:solidFill>
              <a:latin typeface="Comfortaa"/>
              <a:ea typeface="Comfortaa"/>
              <a:cs typeface="Comfortaa"/>
              <a:sym typeface="Comfortaa"/>
            </a:endParaRPr>
          </a:p>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400" dirty="0">
                <a:solidFill>
                  <a:schemeClr val="tx1"/>
                </a:solidFill>
                <a:latin typeface="Comfortaa"/>
                <a:ea typeface="Comfortaa"/>
                <a:cs typeface="Comfortaa"/>
                <a:sym typeface="Comfortaa"/>
              </a:rPr>
              <a:t>Visualization</a:t>
            </a:r>
            <a:r>
              <a:rPr lang="en" sz="1200" dirty="0">
                <a:solidFill>
                  <a:schemeClr val="tx1"/>
                </a:solidFill>
                <a:latin typeface="Comfortaa"/>
                <a:ea typeface="Comfortaa"/>
                <a:cs typeface="Comfortaa"/>
                <a:sym typeface="Comfortaa"/>
              </a:rPr>
              <a:t> </a:t>
            </a:r>
            <a:r>
              <a:rPr lang="en" sz="1200" b="0" dirty="0">
                <a:solidFill>
                  <a:schemeClr val="tx1"/>
                </a:solidFill>
                <a:latin typeface="Comfortaa"/>
                <a:ea typeface="Comfortaa"/>
                <a:cs typeface="Comfortaa"/>
                <a:sym typeface="Comfortaa"/>
              </a:rPr>
              <a:t>-:Created interactive dashboard using different charts for detailed view of dataset.</a:t>
            </a:r>
            <a:endParaRPr sz="1200" b="0" dirty="0">
              <a:solidFill>
                <a:schemeClr val="tx1"/>
              </a:solidFill>
              <a:latin typeface="Comfortaa"/>
              <a:ea typeface="Comfortaa"/>
              <a:cs typeface="Comfortaa"/>
              <a:sym typeface="Comfortaa"/>
            </a:endParaRPr>
          </a:p>
        </p:txBody>
      </p:sp>
      <p:sp>
        <p:nvSpPr>
          <p:cNvPr id="189" name="Google Shape;189;p6" descr="Slide theme title"/>
          <p:cNvSpPr txBox="1">
            <a:spLocks noGrp="1"/>
          </p:cNvSpPr>
          <p:nvPr>
            <p:ph type="title" idx="2"/>
          </p:nvPr>
        </p:nvSpPr>
        <p:spPr>
          <a:xfrm>
            <a:off x="237066" y="583559"/>
            <a:ext cx="8669867" cy="731948"/>
          </a:xfrm>
          <a:prstGeom prst="rect">
            <a:avLst/>
          </a:prstGeom>
          <a:noFill/>
          <a:ln>
            <a:noFill/>
          </a:ln>
        </p:spPr>
        <p:txBody>
          <a:bodyPr spcFirstLastPara="1" wrap="square" lIns="0" tIns="0" rIns="91425" bIns="0" anchor="t" anchorCtr="0">
            <a:noAutofit/>
          </a:bodyPr>
          <a:lstStyle/>
          <a:p>
            <a:pPr marL="0" lvl="0" indent="0" algn="ctr" rtl="0">
              <a:lnSpc>
                <a:spcPct val="80000"/>
              </a:lnSpc>
              <a:spcBef>
                <a:spcPts val="0"/>
              </a:spcBef>
              <a:spcAft>
                <a:spcPts val="0"/>
              </a:spcAft>
              <a:buSzPts val="3200"/>
              <a:buFont typeface="Comfortaa"/>
              <a:buNone/>
            </a:pPr>
            <a:r>
              <a:rPr lang="en" b="1" dirty="0">
                <a:solidFill>
                  <a:srgbClr val="1E4E79"/>
                </a:solidFill>
                <a:latin typeface="Comfortaa"/>
                <a:ea typeface="Comfortaa"/>
                <a:cs typeface="Comfortaa"/>
                <a:sym typeface="Comfortaa"/>
              </a:rPr>
              <a:t>Analytical Approach </a:t>
            </a:r>
            <a:endParaRPr sz="3600" b="1" dirty="0">
              <a:solidFill>
                <a:srgbClr val="1E4E79"/>
              </a:solidFill>
              <a:latin typeface="Comfortaa"/>
              <a:ea typeface="Comfortaa"/>
              <a:cs typeface="Comfortaa"/>
              <a:sym typeface="Comfortaa"/>
            </a:endParaRPr>
          </a:p>
        </p:txBody>
      </p:sp>
      <p:pic>
        <p:nvPicPr>
          <p:cNvPr id="190" name="Google Shape;190;p6" descr="11+ Thousand Data Flow Logo Royalty-Free Images, Stock Photos &amp; Pictures |  Shutterstock"/>
          <p:cNvPicPr preferRelativeResize="0"/>
          <p:nvPr/>
        </p:nvPicPr>
        <p:blipFill rotWithShape="1">
          <a:blip r:embed="rId3">
            <a:alphaModFix/>
          </a:blip>
          <a:srcRect/>
          <a:stretch/>
        </p:blipFill>
        <p:spPr>
          <a:xfrm>
            <a:off x="5672796" y="984666"/>
            <a:ext cx="3181774" cy="3181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Day Wise Change in Call Volume</a:t>
            </a:r>
            <a:endParaRPr sz="2400" b="1" i="0" u="none" strike="noStrike" cap="none">
              <a:solidFill>
                <a:srgbClr val="1E4E79"/>
              </a:solidFill>
              <a:latin typeface="Comfortaa"/>
              <a:ea typeface="Comfortaa"/>
              <a:cs typeface="Comfortaa"/>
              <a:sym typeface="Comfortaa"/>
            </a:endParaRPr>
          </a:p>
        </p:txBody>
      </p:sp>
      <p:pic>
        <p:nvPicPr>
          <p:cNvPr id="196" name="Google Shape;196;p7"/>
          <p:cNvPicPr preferRelativeResize="0"/>
          <p:nvPr/>
        </p:nvPicPr>
        <p:blipFill rotWithShape="1">
          <a:blip r:embed="rId3">
            <a:alphaModFix/>
          </a:blip>
          <a:srcRect l="829" t="890" r="976" b="1574"/>
          <a:stretch/>
        </p:blipFill>
        <p:spPr>
          <a:xfrm>
            <a:off x="3552345" y="743361"/>
            <a:ext cx="5499557" cy="3078699"/>
          </a:xfrm>
          <a:prstGeom prst="rect">
            <a:avLst/>
          </a:prstGeom>
          <a:noFill/>
          <a:ln>
            <a:noFill/>
          </a:ln>
        </p:spPr>
      </p:pic>
      <p:sp>
        <p:nvSpPr>
          <p:cNvPr id="197" name="Google Shape;197;p7"/>
          <p:cNvSpPr txBox="1"/>
          <p:nvPr/>
        </p:nvSpPr>
        <p:spPr>
          <a:xfrm>
            <a:off x="509745" y="803656"/>
            <a:ext cx="3042600" cy="36336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Medium"/>
                <a:ea typeface="Comfortaa Medium"/>
                <a:cs typeface="Comfortaa Medium"/>
                <a:sym typeface="Comfortaa Medium"/>
              </a:rPr>
              <a:t>The column chart shows the Day-wise call distribution.</a:t>
            </a:r>
            <a:endParaRPr sz="1200" b="0" i="0" u="none" strike="noStrike" cap="none" dirty="0">
              <a:solidFill>
                <a:schemeClr val="dk1"/>
              </a:solidFill>
              <a:latin typeface="Comfortaa Medium"/>
              <a:ea typeface="Comfortaa Medium"/>
              <a:cs typeface="Comfortaa Medium"/>
              <a:sym typeface="Comfortaa Medium"/>
            </a:endParaRPr>
          </a:p>
          <a:p>
            <a:pPr marL="628650" marR="0" lvl="0" indent="-95250" algn="l" rtl="0">
              <a:lnSpc>
                <a:spcPct val="115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Medium"/>
              <a:ea typeface="Comfortaa Medium"/>
              <a:cs typeface="Comfortaa Medium"/>
              <a:sym typeface="Comfortaa Medium"/>
            </a:endParaRPr>
          </a:p>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Medium"/>
                <a:ea typeface="Comfortaa Medium"/>
                <a:cs typeface="Comfortaa Medium"/>
                <a:sym typeface="Comfortaa Medium"/>
              </a:rPr>
              <a:t>430 calls is the maximum amount of call received on a single day.</a:t>
            </a:r>
            <a:endParaRPr sz="1200" b="0" i="0" u="none" strike="noStrike" cap="none" dirty="0">
              <a:solidFill>
                <a:schemeClr val="dk1"/>
              </a:solidFill>
              <a:latin typeface="Comfortaa Medium"/>
              <a:ea typeface="Comfortaa Medium"/>
              <a:cs typeface="Comfortaa Medium"/>
              <a:sym typeface="Comfortaa Medium"/>
            </a:endParaRPr>
          </a:p>
          <a:p>
            <a:pPr marL="628650" marR="0" lvl="0" indent="-95250" algn="l" rtl="0">
              <a:lnSpc>
                <a:spcPct val="115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Medium"/>
              <a:ea typeface="Comfortaa Medium"/>
              <a:cs typeface="Comfortaa Medium"/>
              <a:sym typeface="Comfortaa Medium"/>
            </a:endParaRPr>
          </a:p>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Medium"/>
                <a:ea typeface="Comfortaa Medium"/>
                <a:cs typeface="Comfortaa Medium"/>
                <a:sym typeface="Comfortaa Medium"/>
              </a:rPr>
              <a:t>On an average the call center receives around 250 calls on a daily basis.</a:t>
            </a:r>
            <a:endParaRPr sz="1200" b="0" i="0" u="none" strike="noStrike" cap="none" dirty="0">
              <a:solidFill>
                <a:schemeClr val="dk1"/>
              </a:solidFill>
              <a:latin typeface="Comfortaa Medium"/>
              <a:ea typeface="Comfortaa Medium"/>
              <a:cs typeface="Comfortaa Medium"/>
              <a:sym typeface="Comfortaa Medium"/>
            </a:endParaRPr>
          </a:p>
          <a:p>
            <a:pPr marL="628650" marR="0" lvl="0" indent="-95250" algn="l" rtl="0">
              <a:lnSpc>
                <a:spcPct val="115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Medium"/>
              <a:ea typeface="Comfortaa Medium"/>
              <a:cs typeface="Comfortaa Medium"/>
              <a:sym typeface="Comfortaa Medium"/>
            </a:endParaRPr>
          </a:p>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Medium"/>
                <a:ea typeface="Comfortaa Medium"/>
                <a:cs typeface="Comfortaa Medium"/>
                <a:sym typeface="Comfortaa Medium"/>
              </a:rPr>
              <a:t>It also shows the change in call volume day by day.</a:t>
            </a:r>
            <a:endParaRPr sz="1200" b="0" i="0" u="none" strike="noStrike" cap="none" dirty="0">
              <a:solidFill>
                <a:schemeClr val="dk1"/>
              </a:solidFill>
              <a:latin typeface="Comfortaa Medium"/>
              <a:ea typeface="Comfortaa Medium"/>
              <a:cs typeface="Comfortaa Medium"/>
              <a:sym typeface="Comfortaa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8"/>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Revenue Generated By Each Category</a:t>
            </a:r>
            <a:endParaRPr sz="2400" b="1" i="0" u="none" strike="noStrike" cap="none">
              <a:solidFill>
                <a:srgbClr val="1E4E79"/>
              </a:solidFill>
              <a:latin typeface="Comfortaa"/>
              <a:ea typeface="Comfortaa"/>
              <a:cs typeface="Comfortaa"/>
              <a:sym typeface="Comfortaa"/>
            </a:endParaRPr>
          </a:p>
        </p:txBody>
      </p:sp>
      <p:sp>
        <p:nvSpPr>
          <p:cNvPr id="203" name="Google Shape;203;p8"/>
          <p:cNvSpPr txBox="1"/>
          <p:nvPr/>
        </p:nvSpPr>
        <p:spPr>
          <a:xfrm>
            <a:off x="3642732" y="1142882"/>
            <a:ext cx="5208929" cy="2215961"/>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Product-wise revenue Pie Chart , presents a detailed insight about the revenue generated by different consultation-types as per the percentage of total revenue.</a:t>
            </a:r>
            <a:endParaRPr sz="1200" b="0" i="0" u="none" strike="noStrike" cap="none" dirty="0">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majority of sales occur through call segments, with a smaller share coming from chat interactions.</a:t>
            </a:r>
            <a:endParaRPr sz="1200" b="0" i="0" u="none" strike="noStrike" cap="none" dirty="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AstroSage should consider adopting advanced technologies and hiring skilled agents to boost the share of complementary and public live calls.</a:t>
            </a:r>
            <a:endParaRPr sz="1200" b="0" i="0" u="none" strike="noStrike" cap="none" dirty="0">
              <a:solidFill>
                <a:schemeClr val="dk1"/>
              </a:solidFill>
              <a:latin typeface="Comfortaa"/>
              <a:ea typeface="Comfortaa"/>
              <a:cs typeface="Comfortaa"/>
              <a:sym typeface="Comfortaa"/>
            </a:endParaRPr>
          </a:p>
        </p:txBody>
      </p:sp>
      <p:graphicFrame>
        <p:nvGraphicFramePr>
          <p:cNvPr id="6" name="Chart 5">
            <a:extLst>
              <a:ext uri="{FF2B5EF4-FFF2-40B4-BE49-F238E27FC236}">
                <a16:creationId xmlns:a16="http://schemas.microsoft.com/office/drawing/2014/main" id="{00000000-0008-0000-0000-000030000000}"/>
              </a:ext>
            </a:extLst>
          </p:cNvPr>
          <p:cNvGraphicFramePr>
            <a:graphicFrameLocks/>
          </p:cNvGraphicFramePr>
          <p:nvPr>
            <p:extLst>
              <p:ext uri="{D42A27DB-BD31-4B8C-83A1-F6EECF244321}">
                <p14:modId xmlns:p14="http://schemas.microsoft.com/office/powerpoint/2010/main" val="2735083778"/>
              </p:ext>
            </p:extLst>
          </p:nvPr>
        </p:nvGraphicFramePr>
        <p:xfrm>
          <a:off x="669789" y="1142882"/>
          <a:ext cx="3139114" cy="1981867"/>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96BE729F-D837-8B42-BC6E-EC3569A75765}"/>
              </a:ext>
            </a:extLst>
          </p:cNvPr>
          <p:cNvSpPr>
            <a:spLocks noChangeArrowheads="1"/>
          </p:cNvSpPr>
          <p:nvPr/>
        </p:nvSpPr>
        <p:spPr bwMode="auto">
          <a:xfrm>
            <a:off x="1129991" y="3537263"/>
            <a:ext cx="75233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sz="1200" dirty="0">
                <a:latin typeface="Comfortaa" panose="020B0604020202020204" charset="0"/>
              </a:rPr>
              <a:t>💰 </a:t>
            </a:r>
            <a:r>
              <a:rPr lang="en-US" altLang="en-US" sz="1200" b="1" dirty="0">
                <a:latin typeface="Comfortaa" panose="020B0604020202020204" charset="0"/>
              </a:rPr>
              <a:t>Call product dominates</a:t>
            </a:r>
            <a:r>
              <a:rPr lang="en-US" altLang="en-US" sz="1200" dirty="0">
                <a:latin typeface="Comfortaa" panose="020B0604020202020204" charset="0"/>
              </a:rPr>
              <a:t> with </a:t>
            </a:r>
            <a:r>
              <a:rPr lang="en-US" altLang="en-US" sz="1200" b="1" dirty="0">
                <a:latin typeface="Comfortaa" panose="020B0604020202020204" charset="0"/>
              </a:rPr>
              <a:t>79% of total revenue</a:t>
            </a:r>
            <a:r>
              <a:rPr lang="en-US" altLang="en-US" sz="1200" dirty="0">
                <a:latin typeface="Comfortaa" panose="020B0604020202020204" charset="0"/>
              </a:rPr>
              <a:t>, clearly the primary driver of business income. </a:t>
            </a:r>
          </a:p>
          <a:p>
            <a:pPr lvl="0" defTabSz="914400" eaLnBrk="0" fontAlgn="base" hangingPunct="0">
              <a:spcBef>
                <a:spcPct val="0"/>
              </a:spcBef>
              <a:spcAft>
                <a:spcPct val="0"/>
              </a:spcAft>
              <a:buFontTx/>
              <a:buChar char="•"/>
            </a:pPr>
            <a:r>
              <a:rPr lang="en-US" altLang="en-US" sz="1200" dirty="0">
                <a:latin typeface="Comfortaa" panose="020B0604020202020204" charset="0"/>
              </a:rPr>
              <a:t>📡 </a:t>
            </a:r>
            <a:r>
              <a:rPr lang="en-US" altLang="en-US" sz="1200" b="1" dirty="0">
                <a:latin typeface="Comfortaa" panose="020B0604020202020204" charset="0"/>
              </a:rPr>
              <a:t>Public live call</a:t>
            </a:r>
            <a:r>
              <a:rPr lang="en-US" altLang="en-US" sz="1200" dirty="0">
                <a:latin typeface="Comfortaa" panose="020B0604020202020204" charset="0"/>
              </a:rPr>
              <a:t> contributes </a:t>
            </a:r>
            <a:r>
              <a:rPr lang="en-US" altLang="en-US" sz="1200" b="1" dirty="0">
                <a:latin typeface="Comfortaa" panose="020B0604020202020204" charset="0"/>
              </a:rPr>
              <a:t>21%</a:t>
            </a:r>
            <a:r>
              <a:rPr lang="en-US" altLang="en-US" sz="1200" dirty="0">
                <a:latin typeface="Comfortaa" panose="020B0604020202020204" charset="0"/>
              </a:rPr>
              <a:t>, showing secondary but meaningful revenue impact. </a:t>
            </a:r>
          </a:p>
          <a:p>
            <a:pPr lvl="0" defTabSz="914400" eaLnBrk="0" fontAlgn="base" hangingPunct="0">
              <a:spcBef>
                <a:spcPct val="0"/>
              </a:spcBef>
              <a:spcAft>
                <a:spcPct val="0"/>
              </a:spcAft>
              <a:buFontTx/>
              <a:buChar char="•"/>
            </a:pPr>
            <a:r>
              <a:rPr lang="en-US" altLang="en-US" sz="1200" dirty="0">
                <a:latin typeface="Comfortaa" panose="020B0604020202020204" charset="0"/>
              </a:rPr>
              <a:t>🛑 </a:t>
            </a:r>
            <a:r>
              <a:rPr lang="en-US" altLang="en-US" sz="1200" b="1" dirty="0">
                <a:latin typeface="Comfortaa" panose="020B0604020202020204" charset="0"/>
              </a:rPr>
              <a:t>Chat</a:t>
            </a:r>
            <a:r>
              <a:rPr lang="en-US" altLang="en-US" sz="1200" dirty="0">
                <a:latin typeface="Comfortaa" panose="020B0604020202020204" charset="0"/>
              </a:rPr>
              <a:t> and </a:t>
            </a:r>
            <a:r>
              <a:rPr lang="en-US" altLang="en-US" sz="1200" b="1" dirty="0">
                <a:latin typeface="Comfortaa" panose="020B0604020202020204" charset="0"/>
              </a:rPr>
              <a:t>Complementary</a:t>
            </a:r>
            <a:r>
              <a:rPr lang="en-US" altLang="en-US" sz="1200" dirty="0">
                <a:latin typeface="Comfortaa" panose="020B0604020202020204" charset="0"/>
              </a:rPr>
              <a:t> products are either underperforming or excluded, suggesting negligible or zero revenue. </a:t>
            </a:r>
          </a:p>
          <a:p>
            <a:pPr lvl="0" defTabSz="914400" eaLnBrk="0" fontAlgn="base" hangingPunct="0">
              <a:spcBef>
                <a:spcPct val="0"/>
              </a:spcBef>
              <a:spcAft>
                <a:spcPct val="0"/>
              </a:spcAft>
            </a:pPr>
            <a:endParaRPr lang="en-US" altLang="en-US" sz="1200" dirty="0">
              <a:latin typeface="Comfortaa"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9"/>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Website Distribution</a:t>
            </a:r>
            <a:endParaRPr sz="2400" b="1" i="0" u="none" strike="noStrike" cap="none">
              <a:solidFill>
                <a:srgbClr val="1E4E79"/>
              </a:solidFill>
              <a:latin typeface="Comfortaa"/>
              <a:ea typeface="Comfortaa"/>
              <a:cs typeface="Comfortaa"/>
              <a:sym typeface="Comfortaa"/>
            </a:endParaRPr>
          </a:p>
        </p:txBody>
      </p:sp>
      <p:sp>
        <p:nvSpPr>
          <p:cNvPr id="210" name="Google Shape;210;p9"/>
          <p:cNvSpPr txBox="1"/>
          <p:nvPr/>
        </p:nvSpPr>
        <p:spPr>
          <a:xfrm>
            <a:off x="4058884" y="1625352"/>
            <a:ext cx="4843241" cy="1892796"/>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website distribution pie chart is presented with the different websites showing count consultations through different website channels.</a:t>
            </a:r>
            <a:endParaRPr sz="1200" b="0" i="0" u="none" strike="noStrike" cap="none" dirty="0">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least amount of consultations appear from dashboard.</a:t>
            </a:r>
            <a:endParaRPr sz="1200" b="0" i="0" u="none" strike="noStrike" cap="none" dirty="0">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most amount consultations are  from gurucool.</a:t>
            </a:r>
            <a:endParaRPr sz="1200" b="0" i="0" u="none" strike="noStrike" cap="none" dirty="0">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Comfortaa"/>
              <a:ea typeface="Comfortaa"/>
              <a:cs typeface="Comfortaa"/>
              <a:sym typeface="Comfortaa"/>
            </a:endParaRPr>
          </a:p>
        </p:txBody>
      </p:sp>
      <p:graphicFrame>
        <p:nvGraphicFramePr>
          <p:cNvPr id="5" name="Chart 4">
            <a:extLst>
              <a:ext uri="{FF2B5EF4-FFF2-40B4-BE49-F238E27FC236}">
                <a16:creationId xmlns:a16="http://schemas.microsoft.com/office/drawing/2014/main" id="{00000000-0008-0000-0000-000033000000}"/>
              </a:ext>
            </a:extLst>
          </p:cNvPr>
          <p:cNvGraphicFramePr>
            <a:graphicFrameLocks/>
          </p:cNvGraphicFramePr>
          <p:nvPr>
            <p:extLst>
              <p:ext uri="{D42A27DB-BD31-4B8C-83A1-F6EECF244321}">
                <p14:modId xmlns:p14="http://schemas.microsoft.com/office/powerpoint/2010/main" val="1900562427"/>
              </p:ext>
            </p:extLst>
          </p:nvPr>
        </p:nvGraphicFramePr>
        <p:xfrm>
          <a:off x="519695" y="987776"/>
          <a:ext cx="3539189" cy="2143552"/>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07DD0B5C-35A2-AF7A-9507-F0FABF737213}"/>
              </a:ext>
            </a:extLst>
          </p:cNvPr>
          <p:cNvSpPr>
            <a:spLocks noChangeArrowheads="1"/>
          </p:cNvSpPr>
          <p:nvPr/>
        </p:nvSpPr>
        <p:spPr bwMode="auto">
          <a:xfrm>
            <a:off x="1199039" y="3232395"/>
            <a:ext cx="6742771"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sz="1200" b="1" dirty="0">
                <a:latin typeface="Comfortaa" panose="020B0604020202020204" charset="0"/>
              </a:rPr>
              <a:t>Dashboard usage dominates</a:t>
            </a:r>
            <a:r>
              <a:rPr lang="en-US" altLang="en-US" sz="1200" dirty="0">
                <a:latin typeface="Comfortaa" panose="020B0604020202020204" charset="0"/>
              </a:rPr>
              <a:t> at </a:t>
            </a:r>
            <a:r>
              <a:rPr lang="en-US" altLang="en-US" sz="1200" b="1" dirty="0">
                <a:latin typeface="Comfortaa" panose="020B0604020202020204" charset="0"/>
              </a:rPr>
              <a:t>72%</a:t>
            </a:r>
            <a:r>
              <a:rPr lang="en-US" altLang="en-US" sz="1200" dirty="0">
                <a:latin typeface="Comfortaa" panose="020B0604020202020204" charset="0"/>
              </a:rPr>
              <a:t>, indicating it is the preferred interface for users. </a:t>
            </a:r>
          </a:p>
          <a:p>
            <a:pPr lvl="0" defTabSz="914400" eaLnBrk="0" fontAlgn="base" hangingPunct="0">
              <a:spcBef>
                <a:spcPct val="0"/>
              </a:spcBef>
              <a:spcAft>
                <a:spcPct val="0"/>
              </a:spcAft>
            </a:pPr>
            <a:endParaRPr lang="en-US" altLang="en-US" sz="1200" dirty="0">
              <a:latin typeface="Comfortaa" panose="020B0604020202020204" charset="0"/>
            </a:endParaRPr>
          </a:p>
          <a:p>
            <a:pPr lvl="0" defTabSz="914400" eaLnBrk="0" fontAlgn="base" hangingPunct="0">
              <a:spcBef>
                <a:spcPct val="0"/>
              </a:spcBef>
              <a:spcAft>
                <a:spcPct val="0"/>
              </a:spcAft>
              <a:buFontTx/>
              <a:buChar char="•"/>
            </a:pPr>
            <a:r>
              <a:rPr lang="en-US" altLang="en-US" sz="1200" b="1" dirty="0">
                <a:latin typeface="Comfortaa" panose="020B0604020202020204" charset="0"/>
              </a:rPr>
              <a:t>App accounts for 28%</a:t>
            </a:r>
            <a:r>
              <a:rPr lang="en-US" altLang="en-US" sz="1200" dirty="0">
                <a:latin typeface="Comfortaa" panose="020B0604020202020204" charset="0"/>
              </a:rPr>
              <a:t>, showing moderate engagement but significantly lower than the dashboard. </a:t>
            </a:r>
          </a:p>
          <a:p>
            <a:pPr lvl="0" defTabSz="914400" eaLnBrk="0" fontAlgn="base" hangingPunct="0">
              <a:spcBef>
                <a:spcPct val="0"/>
              </a:spcBef>
              <a:spcAft>
                <a:spcPct val="0"/>
              </a:spcAft>
            </a:pPr>
            <a:endParaRPr lang="en-US" altLang="en-US" sz="1200" dirty="0">
              <a:latin typeface="Comfortaa" panose="020B0604020202020204" charset="0"/>
            </a:endParaRPr>
          </a:p>
          <a:p>
            <a:pPr lvl="0" defTabSz="914400" eaLnBrk="0" fontAlgn="base" hangingPunct="0">
              <a:spcBef>
                <a:spcPct val="0"/>
              </a:spcBef>
              <a:spcAft>
                <a:spcPct val="0"/>
              </a:spcAft>
              <a:buFontTx/>
              <a:buChar char="•"/>
            </a:pPr>
            <a:r>
              <a:rPr lang="en-US" altLang="en-US" sz="1200" dirty="0">
                <a:latin typeface="Comfortaa" panose="020B0604020202020204" charset="0"/>
              </a:rPr>
              <a:t>The chart suggests users find more value, functionality, or ease of use in the dashboard experience. </a:t>
            </a:r>
          </a:p>
          <a:p>
            <a:pPr lvl="0" defTabSz="914400" eaLnBrk="0" fontAlgn="base" hangingPunct="0">
              <a:spcBef>
                <a:spcPct val="0"/>
              </a:spcBef>
              <a:spcAft>
                <a:spcPct val="0"/>
              </a:spcAft>
            </a:pPr>
            <a:endParaRPr lang="en-US" altLang="en-US"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0"/>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Call Status Distribution</a:t>
            </a:r>
            <a:endParaRPr sz="2400" b="1" i="0" u="none" strike="noStrike" cap="none">
              <a:solidFill>
                <a:srgbClr val="1E4E79"/>
              </a:solidFill>
              <a:latin typeface="Comfortaa"/>
              <a:ea typeface="Comfortaa"/>
              <a:cs typeface="Comfortaa"/>
              <a:sym typeface="Comfortaa"/>
            </a:endParaRPr>
          </a:p>
        </p:txBody>
      </p:sp>
      <p:sp>
        <p:nvSpPr>
          <p:cNvPr id="217" name="Google Shape;217;p10"/>
          <p:cNvSpPr txBox="1"/>
          <p:nvPr/>
        </p:nvSpPr>
        <p:spPr>
          <a:xfrm>
            <a:off x="4302285" y="1284226"/>
            <a:ext cx="4550728" cy="2031295"/>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call-status pie chart is presented with the different responses by the user i.e. the end result of consultation.</a:t>
            </a:r>
            <a:endParaRPr dirty="0"/>
          </a:p>
          <a:p>
            <a:pPr marL="13335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completed calls are 25% and there are the most amount of failed calls. </a:t>
            </a:r>
            <a:endParaRPr sz="1200" b="0" i="0" u="none" strike="noStrike" cap="none" dirty="0">
              <a:solidFill>
                <a:schemeClr val="dk1"/>
              </a:solidFill>
              <a:latin typeface="Comfortaa"/>
              <a:ea typeface="Comfortaa"/>
              <a:cs typeface="Comfortaa"/>
              <a:sym typeface="Comfortaa"/>
            </a:endParaRPr>
          </a:p>
          <a:p>
            <a:pPr marL="13335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NA represents the consultations done on any other consultation-type than calls.</a:t>
            </a:r>
            <a:endParaRPr sz="1200" b="0" i="0" u="none" strike="noStrike" cap="none" dirty="0">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p:txBody>
      </p:sp>
      <p:graphicFrame>
        <p:nvGraphicFramePr>
          <p:cNvPr id="5" name="Chart 4">
            <a:extLst>
              <a:ext uri="{FF2B5EF4-FFF2-40B4-BE49-F238E27FC236}">
                <a16:creationId xmlns:a16="http://schemas.microsoft.com/office/drawing/2014/main" id="{00000000-0008-0000-0000-00001A000000}"/>
              </a:ext>
            </a:extLst>
          </p:cNvPr>
          <p:cNvGraphicFramePr>
            <a:graphicFrameLocks/>
          </p:cNvGraphicFramePr>
          <p:nvPr>
            <p:extLst>
              <p:ext uri="{D42A27DB-BD31-4B8C-83A1-F6EECF244321}">
                <p14:modId xmlns:p14="http://schemas.microsoft.com/office/powerpoint/2010/main" val="2894348858"/>
              </p:ext>
            </p:extLst>
          </p:nvPr>
        </p:nvGraphicFramePr>
        <p:xfrm>
          <a:off x="322343" y="1045968"/>
          <a:ext cx="3835218" cy="2105094"/>
        </p:xfrm>
        <a:graphic>
          <a:graphicData uri="http://schemas.openxmlformats.org/drawingml/2006/chart">
            <c:chart xmlns:c="http://schemas.openxmlformats.org/drawingml/2006/chart" xmlns:r="http://schemas.openxmlformats.org/officeDocument/2006/relationships" r:id="rId3"/>
          </a:graphicData>
        </a:graphic>
      </p:graphicFrame>
      <p:sp>
        <p:nvSpPr>
          <p:cNvPr id="4" name="Google Shape;217;p10">
            <a:extLst>
              <a:ext uri="{FF2B5EF4-FFF2-40B4-BE49-F238E27FC236}">
                <a16:creationId xmlns:a16="http://schemas.microsoft.com/office/drawing/2014/main" id="{4F72E82F-B116-B9DA-7D69-6499BAB13EA2}"/>
              </a:ext>
            </a:extLst>
          </p:cNvPr>
          <p:cNvSpPr txBox="1"/>
          <p:nvPr/>
        </p:nvSpPr>
        <p:spPr>
          <a:xfrm>
            <a:off x="626099" y="3315521"/>
            <a:ext cx="7759617" cy="369302"/>
          </a:xfrm>
          <a:prstGeom prst="rect">
            <a:avLst/>
          </a:prstGeom>
          <a:noFill/>
          <a:ln>
            <a:noFill/>
          </a:ln>
        </p:spPr>
        <p:txBody>
          <a:bodyPr spcFirstLastPara="1" wrap="square" lIns="91425" tIns="91425" rIns="91425" bIns="91425" anchor="t" anchorCtr="0">
            <a:spAutoFit/>
          </a:bodyPr>
          <a:lstStyle/>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p:txBody>
      </p:sp>
      <p:sp>
        <p:nvSpPr>
          <p:cNvPr id="7" name="Rectangle 4">
            <a:extLst>
              <a:ext uri="{FF2B5EF4-FFF2-40B4-BE49-F238E27FC236}">
                <a16:creationId xmlns:a16="http://schemas.microsoft.com/office/drawing/2014/main" id="{09275A20-488C-B05C-0F10-2AB659BABACF}"/>
              </a:ext>
            </a:extLst>
          </p:cNvPr>
          <p:cNvSpPr>
            <a:spLocks noChangeArrowheads="1"/>
          </p:cNvSpPr>
          <p:nvPr/>
        </p:nvSpPr>
        <p:spPr bwMode="auto">
          <a:xfrm>
            <a:off x="859747" y="3219713"/>
            <a:ext cx="775961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sz="1100" dirty="0">
                <a:latin typeface="Comfortaa" panose="020B0604020202020204" charset="0"/>
              </a:rPr>
              <a:t>✅ </a:t>
            </a:r>
            <a:r>
              <a:rPr lang="en-US" altLang="en-US" sz="1100" b="1" dirty="0">
                <a:latin typeface="Comfortaa" panose="020B0604020202020204" charset="0"/>
              </a:rPr>
              <a:t>Completed calls dominate</a:t>
            </a:r>
            <a:r>
              <a:rPr lang="en-US" altLang="en-US" sz="1100" dirty="0">
                <a:latin typeface="Comfortaa" panose="020B0604020202020204" charset="0"/>
              </a:rPr>
              <a:t> at </a:t>
            </a:r>
            <a:r>
              <a:rPr lang="en-US" altLang="en-US" sz="1100" b="1" dirty="0">
                <a:latin typeface="Comfortaa" panose="020B0604020202020204" charset="0"/>
              </a:rPr>
              <a:t>70%</a:t>
            </a:r>
            <a:r>
              <a:rPr lang="en-US" altLang="en-US" sz="1100" dirty="0">
                <a:latin typeface="Comfortaa" panose="020B0604020202020204" charset="0"/>
              </a:rPr>
              <a:t>, indicating strong operational success. </a:t>
            </a:r>
          </a:p>
          <a:p>
            <a:pPr lvl="0" defTabSz="914400" eaLnBrk="0" fontAlgn="base" hangingPunct="0">
              <a:spcBef>
                <a:spcPct val="0"/>
              </a:spcBef>
              <a:spcAft>
                <a:spcPct val="0"/>
              </a:spcAft>
            </a:pPr>
            <a:endParaRPr lang="en-US" altLang="en-US" sz="1100" dirty="0">
              <a:latin typeface="Comfortaa" panose="020B0604020202020204" charset="0"/>
            </a:endParaRPr>
          </a:p>
          <a:p>
            <a:pPr lvl="0" defTabSz="914400" eaLnBrk="0" fontAlgn="base" hangingPunct="0">
              <a:spcBef>
                <a:spcPct val="0"/>
              </a:spcBef>
              <a:spcAft>
                <a:spcPct val="0"/>
              </a:spcAft>
              <a:buFontTx/>
              <a:buChar char="•"/>
            </a:pPr>
            <a:r>
              <a:rPr lang="en-US" altLang="en-US" sz="1100" dirty="0">
                <a:latin typeface="Comfortaa" panose="020B0604020202020204" charset="0"/>
              </a:rPr>
              <a:t>❌ </a:t>
            </a:r>
            <a:r>
              <a:rPr lang="en-US" altLang="en-US" sz="1100" b="1" dirty="0">
                <a:latin typeface="Comfortaa" panose="020B0604020202020204" charset="0"/>
              </a:rPr>
              <a:t>Failed (4%)</a:t>
            </a:r>
            <a:r>
              <a:rPr lang="en-US" altLang="en-US" sz="1100" dirty="0">
                <a:latin typeface="Comfortaa" panose="020B0604020202020204" charset="0"/>
              </a:rPr>
              <a:t>, </a:t>
            </a:r>
            <a:r>
              <a:rPr lang="en-US" altLang="en-US" sz="1100" b="1" dirty="0">
                <a:latin typeface="Comfortaa" panose="020B0604020202020204" charset="0"/>
              </a:rPr>
              <a:t>incomplete (3%)</a:t>
            </a:r>
            <a:r>
              <a:rPr lang="en-US" altLang="en-US" sz="1100" dirty="0">
                <a:latin typeface="Comfortaa" panose="020B0604020202020204" charset="0"/>
              </a:rPr>
              <a:t>, and </a:t>
            </a:r>
            <a:r>
              <a:rPr lang="en-US" altLang="en-US" sz="1100" b="1" dirty="0">
                <a:latin typeface="Comfortaa" panose="020B0604020202020204" charset="0"/>
              </a:rPr>
              <a:t>no-answer (5%)</a:t>
            </a:r>
            <a:r>
              <a:rPr lang="en-US" altLang="en-US" sz="1100" dirty="0">
                <a:latin typeface="Comfortaa" panose="020B0604020202020204" charset="0"/>
              </a:rPr>
              <a:t> together form a small but notable portion of unsuccessful attempts.</a:t>
            </a:r>
          </a:p>
          <a:p>
            <a:pPr lvl="0" defTabSz="914400" eaLnBrk="0" fontAlgn="base" hangingPunct="0">
              <a:spcBef>
                <a:spcPct val="0"/>
              </a:spcBef>
              <a:spcAft>
                <a:spcPct val="0"/>
              </a:spcAft>
            </a:pPr>
            <a:r>
              <a:rPr lang="en-US" altLang="en-US" sz="1100" dirty="0">
                <a:latin typeface="Comfortaa" panose="020B0604020202020204" charset="0"/>
              </a:rPr>
              <a:t> </a:t>
            </a:r>
          </a:p>
          <a:p>
            <a:pPr lvl="0" defTabSz="914400" eaLnBrk="0" fontAlgn="base" hangingPunct="0">
              <a:spcBef>
                <a:spcPct val="0"/>
              </a:spcBef>
              <a:spcAft>
                <a:spcPct val="0"/>
              </a:spcAft>
              <a:buFontTx/>
              <a:buChar char="•"/>
            </a:pPr>
            <a:r>
              <a:rPr lang="en-US" altLang="en-US" sz="1100" dirty="0">
                <a:latin typeface="Comfortaa" panose="020B0604020202020204" charset="0"/>
              </a:rPr>
              <a:t>📞 </a:t>
            </a:r>
            <a:r>
              <a:rPr lang="en-US" altLang="en-US" sz="1100" b="1" dirty="0">
                <a:latin typeface="Comfortaa" panose="020B0604020202020204" charset="0"/>
              </a:rPr>
              <a:t>Busy calls</a:t>
            </a:r>
            <a:r>
              <a:rPr lang="en-US" altLang="en-US" sz="1100" dirty="0">
                <a:latin typeface="Comfortaa" panose="020B0604020202020204" charset="0"/>
              </a:rPr>
              <a:t> account for </a:t>
            </a:r>
            <a:r>
              <a:rPr lang="en-US" altLang="en-US" sz="1100" b="1" dirty="0">
                <a:latin typeface="Comfortaa" panose="020B0604020202020204" charset="0"/>
              </a:rPr>
              <a:t>6%</a:t>
            </a:r>
            <a:r>
              <a:rPr lang="en-US" altLang="en-US" sz="1100" dirty="0">
                <a:latin typeface="Comfortaa" panose="020B0604020202020204" charset="0"/>
              </a:rPr>
              <a:t>, suggesting some congestion or timing issues. </a:t>
            </a:r>
          </a:p>
          <a:p>
            <a:pPr lvl="0" defTabSz="914400" eaLnBrk="0" fontAlgn="base" hangingPunct="0">
              <a:spcBef>
                <a:spcPct val="0"/>
              </a:spcBef>
              <a:spcAft>
                <a:spcPct val="0"/>
              </a:spcAft>
            </a:pPr>
            <a:endParaRPr lang="en-US" altLang="en-US" sz="1100" dirty="0">
              <a:latin typeface="Comfortaa" panose="020B0604020202020204" charset="0"/>
            </a:endParaRPr>
          </a:p>
          <a:p>
            <a:pPr lvl="0" defTabSz="914400" eaLnBrk="0" fontAlgn="base" hangingPunct="0">
              <a:spcBef>
                <a:spcPct val="0"/>
              </a:spcBef>
              <a:spcAft>
                <a:spcPct val="0"/>
              </a:spcAft>
              <a:buFontTx/>
              <a:buChar char="•"/>
            </a:pPr>
            <a:r>
              <a:rPr lang="en-US" altLang="en-US" sz="1100" dirty="0">
                <a:latin typeface="Comfortaa" panose="020B0604020202020204" charset="0"/>
              </a:rPr>
              <a:t>⚠️ </a:t>
            </a:r>
            <a:r>
              <a:rPr lang="en-US" altLang="en-US" sz="1100" b="1" dirty="0">
                <a:latin typeface="Comfortaa" panose="020B0604020202020204" charset="0"/>
              </a:rPr>
              <a:t>N/A status</a:t>
            </a:r>
            <a:r>
              <a:rPr lang="en-US" altLang="en-US" sz="1100" dirty="0">
                <a:latin typeface="Comfortaa" panose="020B0604020202020204" charset="0"/>
              </a:rPr>
              <a:t> makes up </a:t>
            </a:r>
            <a:r>
              <a:rPr lang="en-US" altLang="en-US" sz="1100" b="1" dirty="0">
                <a:latin typeface="Comfortaa" panose="020B0604020202020204" charset="0"/>
              </a:rPr>
              <a:t>12%</a:t>
            </a:r>
            <a:r>
              <a:rPr lang="en-US" altLang="en-US" sz="1100" dirty="0">
                <a:latin typeface="Comfortaa" panose="020B0604020202020204" charset="0"/>
              </a:rPr>
              <a:t>, which may reflect unclassified or system-level gaps needing review.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Chat Status Distribution</a:t>
            </a:r>
            <a:endParaRPr sz="2400" b="1" i="0" u="none" strike="noStrike" cap="none">
              <a:solidFill>
                <a:srgbClr val="1E4E79"/>
              </a:solidFill>
              <a:latin typeface="Comfortaa"/>
              <a:ea typeface="Comfortaa"/>
              <a:cs typeface="Comfortaa"/>
              <a:sym typeface="Comfortaa"/>
            </a:endParaRPr>
          </a:p>
        </p:txBody>
      </p:sp>
      <p:sp>
        <p:nvSpPr>
          <p:cNvPr id="224" name="Google Shape;224;p11"/>
          <p:cNvSpPr txBox="1"/>
          <p:nvPr/>
        </p:nvSpPr>
        <p:spPr>
          <a:xfrm>
            <a:off x="4306028" y="720001"/>
            <a:ext cx="4537571" cy="2492960"/>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None/>
            </a:pPr>
            <a:endParaRPr sz="1500" b="0" i="0" u="none" strike="noStrike" cap="none" dirty="0">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chat-status pie chart is presented with the different responses by the user i.e. the end result of consultation.</a:t>
            </a:r>
            <a:endParaRPr sz="1200" dirty="0"/>
          </a:p>
          <a:p>
            <a:pPr marL="13335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completed chats are 20% and most amount of failed chats 37%. </a:t>
            </a:r>
            <a:endParaRPr sz="1200" b="0" i="0" u="none" strike="noStrike" cap="none" dirty="0">
              <a:solidFill>
                <a:schemeClr val="dk1"/>
              </a:solidFill>
              <a:latin typeface="Comfortaa"/>
              <a:ea typeface="Comfortaa"/>
              <a:cs typeface="Comfortaa"/>
              <a:sym typeface="Comfortaa"/>
            </a:endParaRPr>
          </a:p>
          <a:p>
            <a:pPr marL="13335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On call represents the consultations done on any other consultation-type than calls.</a:t>
            </a:r>
            <a:endParaRPr sz="1200" b="0" i="0" u="none" strike="noStrike" cap="none" dirty="0">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Comfortaa"/>
              <a:ea typeface="Comfortaa"/>
              <a:cs typeface="Comfortaa"/>
              <a:sym typeface="Comfortaa"/>
            </a:endParaRPr>
          </a:p>
        </p:txBody>
      </p:sp>
      <p:graphicFrame>
        <p:nvGraphicFramePr>
          <p:cNvPr id="6" name="Chart 5">
            <a:extLst>
              <a:ext uri="{FF2B5EF4-FFF2-40B4-BE49-F238E27FC236}">
                <a16:creationId xmlns:a16="http://schemas.microsoft.com/office/drawing/2014/main" id="{00000000-0008-0000-0000-00001C000000}"/>
              </a:ext>
            </a:extLst>
          </p:cNvPr>
          <p:cNvGraphicFramePr>
            <a:graphicFrameLocks/>
          </p:cNvGraphicFramePr>
          <p:nvPr>
            <p:extLst>
              <p:ext uri="{D42A27DB-BD31-4B8C-83A1-F6EECF244321}">
                <p14:modId xmlns:p14="http://schemas.microsoft.com/office/powerpoint/2010/main" val="1826028884"/>
              </p:ext>
            </p:extLst>
          </p:nvPr>
        </p:nvGraphicFramePr>
        <p:xfrm>
          <a:off x="522047" y="896730"/>
          <a:ext cx="3521754" cy="2139503"/>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37D718E6-0F27-173B-2AAB-12C205C13C3B}"/>
              </a:ext>
            </a:extLst>
          </p:cNvPr>
          <p:cNvSpPr>
            <a:spLocks noChangeArrowheads="1"/>
          </p:cNvSpPr>
          <p:nvPr/>
        </p:nvSpPr>
        <p:spPr bwMode="auto">
          <a:xfrm>
            <a:off x="890523" y="3036233"/>
            <a:ext cx="773143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sz="1200" b="1" dirty="0">
                <a:latin typeface="Comfortaa" panose="020B0604020202020204" charset="0"/>
              </a:rPr>
              <a:t>N/A status leads</a:t>
            </a:r>
            <a:r>
              <a:rPr lang="en-US" altLang="en-US" sz="1200" dirty="0">
                <a:latin typeface="Comfortaa" panose="020B0604020202020204" charset="0"/>
              </a:rPr>
              <a:t> at </a:t>
            </a:r>
            <a:r>
              <a:rPr lang="en-US" altLang="en-US" sz="1200" b="1" dirty="0">
                <a:latin typeface="Comfortaa" panose="020B0604020202020204" charset="0"/>
              </a:rPr>
              <a:t>30%</a:t>
            </a:r>
            <a:r>
              <a:rPr lang="en-US" altLang="en-US" sz="1200" dirty="0">
                <a:latin typeface="Comfortaa" panose="020B0604020202020204" charset="0"/>
              </a:rPr>
              <a:t>, indicating a large portion of chats are either unclassified or missing proper status tracking. </a:t>
            </a:r>
          </a:p>
          <a:p>
            <a:pPr lvl="0" defTabSz="914400" eaLnBrk="0" fontAlgn="base" hangingPunct="0">
              <a:spcBef>
                <a:spcPct val="0"/>
              </a:spcBef>
              <a:spcAft>
                <a:spcPct val="0"/>
              </a:spcAft>
              <a:buFontTx/>
              <a:buChar char="•"/>
            </a:pPr>
            <a:r>
              <a:rPr lang="en-US" altLang="en-US" sz="1200" b="1" dirty="0">
                <a:latin typeface="Comfortaa" panose="020B0604020202020204" charset="0"/>
              </a:rPr>
              <a:t>Failed chats (26%)</a:t>
            </a:r>
            <a:r>
              <a:rPr lang="en-US" altLang="en-US" sz="1200" dirty="0">
                <a:latin typeface="Comfortaa" panose="020B0604020202020204" charset="0"/>
              </a:rPr>
              <a:t> and </a:t>
            </a:r>
            <a:r>
              <a:rPr lang="en-US" altLang="en-US" sz="1200" b="1" dirty="0">
                <a:latin typeface="Comfortaa" panose="020B0604020202020204" charset="0"/>
              </a:rPr>
              <a:t>Incomplete chats (24%)</a:t>
            </a:r>
            <a:r>
              <a:rPr lang="en-US" altLang="en-US" sz="1200" dirty="0">
                <a:latin typeface="Comfortaa" panose="020B0604020202020204" charset="0"/>
              </a:rPr>
              <a:t> together make up </a:t>
            </a:r>
            <a:r>
              <a:rPr lang="en-US" altLang="en-US" sz="1200" b="1" dirty="0">
                <a:latin typeface="Comfortaa" panose="020B0604020202020204" charset="0"/>
              </a:rPr>
              <a:t>half of all interactions</a:t>
            </a:r>
            <a:r>
              <a:rPr lang="en-US" altLang="en-US" sz="1200" dirty="0">
                <a:latin typeface="Comfortaa" panose="020B0604020202020204" charset="0"/>
              </a:rPr>
              <a:t>, signaling serious performance or process issues. </a:t>
            </a:r>
          </a:p>
          <a:p>
            <a:pPr lvl="0" defTabSz="914400" eaLnBrk="0" fontAlgn="base" hangingPunct="0">
              <a:spcBef>
                <a:spcPct val="0"/>
              </a:spcBef>
              <a:spcAft>
                <a:spcPct val="0"/>
              </a:spcAft>
              <a:buFontTx/>
              <a:buChar char="•"/>
            </a:pPr>
            <a:r>
              <a:rPr lang="en-US" altLang="en-US" sz="1200" dirty="0">
                <a:latin typeface="Comfortaa" panose="020B0604020202020204" charset="0"/>
              </a:rPr>
              <a:t>Only </a:t>
            </a:r>
            <a:r>
              <a:rPr lang="en-US" altLang="en-US" sz="1200" b="1" dirty="0">
                <a:latin typeface="Comfortaa" panose="020B0604020202020204" charset="0"/>
              </a:rPr>
              <a:t>20% of chats were completed</a:t>
            </a:r>
            <a:r>
              <a:rPr lang="en-US" altLang="en-US" sz="1200" dirty="0">
                <a:latin typeface="Comfortaa" panose="020B0604020202020204" charset="0"/>
              </a:rPr>
              <a:t>, showing low success in chat resolution. </a:t>
            </a:r>
          </a:p>
          <a:p>
            <a:pPr lvl="0" defTabSz="914400" eaLnBrk="0" fontAlgn="base" hangingPunct="0">
              <a:spcBef>
                <a:spcPct val="0"/>
              </a:spcBef>
              <a:spcAft>
                <a:spcPct val="0"/>
              </a:spcAft>
              <a:buFontTx/>
              <a:buChar char="•"/>
            </a:pPr>
            <a:r>
              <a:rPr lang="en-US" altLang="en-US" sz="1200" b="1" dirty="0">
                <a:latin typeface="Comfortaa" panose="020B0604020202020204" charset="0"/>
              </a:rPr>
              <a:t>Pending</a:t>
            </a:r>
            <a:r>
              <a:rPr lang="en-US" altLang="en-US" sz="1200" dirty="0">
                <a:latin typeface="Comfortaa" panose="020B0604020202020204" charset="0"/>
              </a:rPr>
              <a:t> and </a:t>
            </a:r>
            <a:r>
              <a:rPr lang="en-US" altLang="en-US" sz="1200" b="1" dirty="0">
                <a:latin typeface="Comfortaa" panose="020B0604020202020204" charset="0"/>
              </a:rPr>
              <a:t>Started</a:t>
            </a:r>
            <a:r>
              <a:rPr lang="en-US" altLang="en-US" sz="1200" dirty="0">
                <a:latin typeface="Comfortaa" panose="020B0604020202020204" charset="0"/>
              </a:rPr>
              <a:t> statuses are both at </a:t>
            </a:r>
            <a:r>
              <a:rPr lang="en-US" altLang="en-US" sz="1200" b="1" dirty="0">
                <a:latin typeface="Comfortaa" panose="020B0604020202020204" charset="0"/>
              </a:rPr>
              <a:t>0%</a:t>
            </a:r>
            <a:r>
              <a:rPr lang="en-US" altLang="en-US" sz="1200" dirty="0">
                <a:latin typeface="Comfortaa" panose="020B0604020202020204" charset="0"/>
              </a:rPr>
              <a:t>, suggesting either data gaps or inactive chat initiation processes. </a:t>
            </a:r>
          </a:p>
          <a:p>
            <a:pPr lvl="0" defTabSz="914400" eaLnBrk="0" fontAlgn="base" hangingPunct="0">
              <a:spcBef>
                <a:spcPct val="0"/>
              </a:spcBef>
              <a:spcAft>
                <a:spcPct val="0"/>
              </a:spcAft>
            </a:pPr>
            <a:endParaRPr lang="en-US" altLang="en-US" sz="1200" dirty="0">
              <a:latin typeface="Comfortaa" panose="020B06040202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2"/>
          <p:cNvSpPr txBox="1"/>
          <p:nvPr/>
        </p:nvSpPr>
        <p:spPr>
          <a:xfrm>
            <a:off x="35850" y="250185"/>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1E4E79"/>
                </a:solidFill>
                <a:latin typeface="Comfortaa"/>
                <a:ea typeface="Comfortaa"/>
                <a:cs typeface="Comfortaa"/>
                <a:sym typeface="Comfortaa"/>
              </a:rPr>
              <a:t>Hourly User Volume</a:t>
            </a:r>
            <a:endParaRPr sz="2400" b="1" i="0" u="none" strike="noStrike" cap="none" dirty="0">
              <a:solidFill>
                <a:srgbClr val="1E4E79"/>
              </a:solidFill>
              <a:latin typeface="Comfortaa"/>
              <a:ea typeface="Comfortaa"/>
              <a:cs typeface="Comfortaa"/>
              <a:sym typeface="Comfortaa"/>
            </a:endParaRPr>
          </a:p>
        </p:txBody>
      </p:sp>
      <p:sp>
        <p:nvSpPr>
          <p:cNvPr id="231" name="Google Shape;231;p12"/>
          <p:cNvSpPr txBox="1"/>
          <p:nvPr/>
        </p:nvSpPr>
        <p:spPr>
          <a:xfrm>
            <a:off x="4878733" y="1168258"/>
            <a:ext cx="3281100" cy="3324600"/>
          </a:xfrm>
          <a:prstGeom prst="rect">
            <a:avLst/>
          </a:prstGeom>
          <a:no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a:ea typeface="Comfortaa"/>
                <a:cs typeface="Comfortaa"/>
                <a:sym typeface="Comfortaa"/>
              </a:rPr>
              <a:t>Given column chart shows hourly call distribution ,according to chart we can see that highest call peak hours starts from 6AM to 4PM.</a:t>
            </a:r>
            <a:endParaRPr sz="1200" b="0" i="0" u="none" strike="noStrike" cap="none" dirty="0">
              <a:solidFill>
                <a:schemeClr val="dk1"/>
              </a:solidFill>
              <a:latin typeface="Comfortaa"/>
              <a:ea typeface="Comfortaa"/>
              <a:cs typeface="Comfortaa"/>
              <a:sym typeface="Comfortaa"/>
            </a:endParaRPr>
          </a:p>
          <a:p>
            <a:pPr marL="1085850" marR="0" lvl="0" indent="-952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a:ea typeface="Comfortaa"/>
                <a:cs typeface="Comfortaa"/>
                <a:sym typeface="Comfortaa"/>
              </a:rPr>
              <a:t>More investment can be done in hiring skilled agents and also on implementing Ai-powered chat-bots and CRM technology.</a:t>
            </a:r>
            <a:endParaRPr sz="1200" b="0" i="0" u="none" strike="noStrike" cap="none" dirty="0">
              <a:solidFill>
                <a:schemeClr val="dk1"/>
              </a:solidFill>
              <a:latin typeface="Comfortaa"/>
              <a:ea typeface="Comfortaa"/>
              <a:cs typeface="Comfortaa"/>
              <a:sym typeface="Comfortaa"/>
            </a:endParaRPr>
          </a:p>
          <a:p>
            <a:pPr marL="1085850" marR="0" lvl="0" indent="-952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dirty="0">
                <a:solidFill>
                  <a:schemeClr val="dk1"/>
                </a:solidFill>
                <a:latin typeface="Comfortaa"/>
                <a:ea typeface="Comfortaa"/>
                <a:cs typeface="Comfortaa"/>
                <a:sym typeface="Comfortaa"/>
              </a:rPr>
              <a:t>Also a well-designed and systematic feedback system and automatic call routing system will attract more users for calls and overall engagements.</a:t>
            </a:r>
            <a:endParaRPr sz="1200" b="0" i="0" u="none" strike="noStrike" cap="none" dirty="0">
              <a:solidFill>
                <a:schemeClr val="dk1"/>
              </a:solidFill>
              <a:latin typeface="Comfortaa"/>
              <a:ea typeface="Comfortaa"/>
              <a:cs typeface="Comfortaa"/>
              <a:sym typeface="Comfortaa"/>
            </a:endParaRPr>
          </a:p>
          <a:p>
            <a:pPr marL="171450" marR="0" lvl="0" indent="-952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p:txBody>
      </p:sp>
      <p:graphicFrame>
        <p:nvGraphicFramePr>
          <p:cNvPr id="232" name="Google Shape;232;p12"/>
          <p:cNvGraphicFramePr/>
          <p:nvPr>
            <p:extLst>
              <p:ext uri="{D42A27DB-BD31-4B8C-83A1-F6EECF244321}">
                <p14:modId xmlns:p14="http://schemas.microsoft.com/office/powerpoint/2010/main" val="1019563883"/>
              </p:ext>
            </p:extLst>
          </p:nvPr>
        </p:nvGraphicFramePr>
        <p:xfrm>
          <a:off x="218450" y="1168258"/>
          <a:ext cx="4717191" cy="280698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Guru Rating on the scale of 8</a:t>
            </a:r>
            <a:endParaRPr sz="2400" b="1" i="0" u="none" strike="noStrike" cap="none">
              <a:solidFill>
                <a:srgbClr val="1E4E79"/>
              </a:solidFill>
              <a:latin typeface="Comfortaa"/>
              <a:ea typeface="Comfortaa"/>
              <a:cs typeface="Comfortaa"/>
              <a:sym typeface="Comfortaa"/>
            </a:endParaRPr>
          </a:p>
        </p:txBody>
      </p:sp>
      <p:sp>
        <p:nvSpPr>
          <p:cNvPr id="238" name="Google Shape;238;p13"/>
          <p:cNvSpPr txBox="1"/>
          <p:nvPr/>
        </p:nvSpPr>
        <p:spPr>
          <a:xfrm>
            <a:off x="5190371" y="1186770"/>
            <a:ext cx="3148800" cy="2769959"/>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column chart represents the rating-wise user distribution.</a:t>
            </a:r>
            <a:endParaRPr dirty="0"/>
          </a:p>
          <a:p>
            <a:pPr marL="13335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calls consultation needs to be worked on and improve to increase the quality of consultation.</a:t>
            </a:r>
            <a:endParaRPr dirty="0"/>
          </a:p>
          <a:p>
            <a:pPr marL="13335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dirty="0">
                <a:solidFill>
                  <a:schemeClr val="dk1"/>
                </a:solidFill>
                <a:latin typeface="Comfortaa"/>
                <a:ea typeface="Comfortaa"/>
                <a:cs typeface="Comfortaa"/>
                <a:sym typeface="Comfortaa"/>
              </a:rPr>
              <a:t>The ratings given by users that consulted on chats is better than on calls.</a:t>
            </a:r>
            <a:endParaRPr sz="1200" b="0" i="0" u="none" strike="noStrike" cap="none" dirty="0">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p:txBody>
      </p:sp>
      <p:graphicFrame>
        <p:nvGraphicFramePr>
          <p:cNvPr id="239" name="Google Shape;239;p13"/>
          <p:cNvGraphicFramePr/>
          <p:nvPr>
            <p:extLst>
              <p:ext uri="{D42A27DB-BD31-4B8C-83A1-F6EECF244321}">
                <p14:modId xmlns:p14="http://schemas.microsoft.com/office/powerpoint/2010/main" val="563380779"/>
              </p:ext>
            </p:extLst>
          </p:nvPr>
        </p:nvGraphicFramePr>
        <p:xfrm>
          <a:off x="541513" y="863250"/>
          <a:ext cx="4648858" cy="312984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4"/>
          <p:cNvSpPr txBox="1"/>
          <p:nvPr/>
        </p:nvSpPr>
        <p:spPr>
          <a:xfrm>
            <a:off x="35850" y="242751"/>
            <a:ext cx="9072300" cy="48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Strategic Recommendations</a:t>
            </a:r>
            <a:endParaRPr sz="2400" b="1" i="0" u="none" strike="noStrike" cap="none">
              <a:solidFill>
                <a:srgbClr val="1E4E79"/>
              </a:solidFill>
              <a:latin typeface="Comfortaa"/>
              <a:ea typeface="Comfortaa"/>
              <a:cs typeface="Comfortaa"/>
              <a:sym typeface="Comfortaa"/>
            </a:endParaRPr>
          </a:p>
        </p:txBody>
      </p:sp>
      <p:sp>
        <p:nvSpPr>
          <p:cNvPr id="245" name="Google Shape;245;p14"/>
          <p:cNvSpPr txBox="1"/>
          <p:nvPr/>
        </p:nvSpPr>
        <p:spPr>
          <a:xfrm>
            <a:off x="843000" y="963632"/>
            <a:ext cx="4495200" cy="3216235"/>
          </a:xfrm>
          <a:prstGeom prst="rect">
            <a:avLst/>
          </a:prstGeom>
          <a:noFill/>
          <a:ln>
            <a:noFill/>
          </a:ln>
        </p:spPr>
        <p:txBody>
          <a:bodyPr spcFirstLastPara="1" wrap="square" lIns="91425" tIns="91425" rIns="91425" bIns="91425" anchor="t" anchorCtr="0">
            <a:spAutoFit/>
          </a:bodyPr>
          <a:lstStyle/>
          <a:p>
            <a:pPr marL="457200" lvl="0" indent="-298450" algn="l" rtl="0">
              <a:lnSpc>
                <a:spcPct val="100000"/>
              </a:lnSpc>
              <a:spcBef>
                <a:spcPts val="1200"/>
              </a:spcBef>
              <a:spcAft>
                <a:spcPts val="0"/>
              </a:spcAft>
              <a:buSzPts val="1100"/>
              <a:buFont typeface="Comfortaa"/>
              <a:buChar char="●"/>
            </a:pPr>
            <a:r>
              <a:rPr lang="en" sz="1100" b="1" dirty="0">
                <a:solidFill>
                  <a:srgbClr val="1E4E79"/>
                </a:solidFill>
                <a:latin typeface="Comfortaa"/>
                <a:ea typeface="Comfortaa"/>
                <a:cs typeface="Comfortaa"/>
                <a:sym typeface="Comfortaa"/>
              </a:rPr>
              <a:t>Upgrade Technology Infrastructure</a:t>
            </a:r>
            <a:r>
              <a:rPr lang="en" sz="1100" dirty="0">
                <a:solidFill>
                  <a:srgbClr val="1E4E79"/>
                </a:solidFill>
                <a:latin typeface="Comfortaa"/>
                <a:ea typeface="Comfortaa"/>
                <a:cs typeface="Comfortaa"/>
                <a:sym typeface="Comfortaa"/>
              </a:rPr>
              <a:t>:</a:t>
            </a:r>
            <a:r>
              <a:rPr lang="en" sz="1100" dirty="0">
                <a:solidFill>
                  <a:schemeClr val="dk1"/>
                </a:solidFill>
                <a:latin typeface="Comfortaa"/>
                <a:ea typeface="Comfortaa"/>
                <a:cs typeface="Comfortaa"/>
                <a:sym typeface="Comfortaa"/>
              </a:rPr>
              <a:t> Address the severe 59% call and 71% chat failure rates by implementing a cloud-based omnichannel platform with smart routing and callbacks.</a:t>
            </a:r>
            <a:endParaRPr sz="1100" dirty="0">
              <a:solidFill>
                <a:schemeClr val="dk1"/>
              </a:solidFill>
              <a:latin typeface="Comfortaa"/>
              <a:ea typeface="Comfortaa"/>
              <a:cs typeface="Comfortaa"/>
              <a:sym typeface="Comfortaa"/>
            </a:endParaRPr>
          </a:p>
          <a:p>
            <a:pPr marL="457200" lvl="0" indent="-298450" algn="l" rtl="0">
              <a:lnSpc>
                <a:spcPct val="100000"/>
              </a:lnSpc>
              <a:spcBef>
                <a:spcPts val="1200"/>
              </a:spcBef>
              <a:spcAft>
                <a:spcPts val="0"/>
              </a:spcAft>
              <a:buSzPts val="1100"/>
              <a:buFont typeface="Comfortaa"/>
              <a:buChar char="●"/>
            </a:pPr>
            <a:r>
              <a:rPr lang="en" sz="1100" b="1" dirty="0">
                <a:solidFill>
                  <a:srgbClr val="1E4E79"/>
                </a:solidFill>
                <a:latin typeface="Comfortaa"/>
                <a:ea typeface="Comfortaa"/>
                <a:cs typeface="Comfortaa"/>
                <a:sym typeface="Comfortaa"/>
              </a:rPr>
              <a:t>Implement Advanced Workforce Management (WFM)</a:t>
            </a:r>
            <a:r>
              <a:rPr lang="en" sz="1100" dirty="0">
                <a:solidFill>
                  <a:srgbClr val="1E4E79"/>
                </a:solidFill>
                <a:latin typeface="Comfortaa"/>
                <a:ea typeface="Comfortaa"/>
                <a:cs typeface="Comfortaa"/>
                <a:sym typeface="Comfortaa"/>
              </a:rPr>
              <a:t>:</a:t>
            </a:r>
            <a:r>
              <a:rPr lang="en" sz="1100" dirty="0">
                <a:solidFill>
                  <a:schemeClr val="dk1"/>
                </a:solidFill>
                <a:latin typeface="Comfortaa"/>
                <a:ea typeface="Comfortaa"/>
                <a:cs typeface="Comfortaa"/>
                <a:sym typeface="Comfortaa"/>
              </a:rPr>
              <a:t> Counter the workload imbalance and agent fatigue caused by the prolonged 6 AM–5 PM peak using data-driven scheduling and dynamic staffing tools. </a:t>
            </a:r>
            <a:endParaRPr sz="1100" dirty="0">
              <a:solidFill>
                <a:schemeClr val="dk1"/>
              </a:solidFill>
              <a:latin typeface="Comfortaa"/>
              <a:ea typeface="Comfortaa"/>
              <a:cs typeface="Comfortaa"/>
              <a:sym typeface="Comfortaa"/>
            </a:endParaRPr>
          </a:p>
          <a:p>
            <a:pPr marL="457200" lvl="0" indent="-298450" algn="l" rtl="0">
              <a:lnSpc>
                <a:spcPct val="100000"/>
              </a:lnSpc>
              <a:spcBef>
                <a:spcPts val="1200"/>
              </a:spcBef>
              <a:spcAft>
                <a:spcPts val="0"/>
              </a:spcAft>
              <a:buSzPts val="1100"/>
              <a:buFont typeface="Comfortaa"/>
              <a:buChar char="●"/>
            </a:pPr>
            <a:r>
              <a:rPr lang="en" sz="1100" b="1" dirty="0">
                <a:solidFill>
                  <a:srgbClr val="1E4E79"/>
                </a:solidFill>
                <a:latin typeface="Comfortaa"/>
                <a:ea typeface="Comfortaa"/>
                <a:cs typeface="Comfortaa"/>
                <a:sym typeface="Comfortaa"/>
              </a:rPr>
              <a:t>Introduce Targeted Training Programs:</a:t>
            </a:r>
            <a:r>
              <a:rPr lang="en" sz="1100" dirty="0">
                <a:solidFill>
                  <a:schemeClr val="dk1"/>
                </a:solidFill>
                <a:latin typeface="Comfortaa"/>
                <a:ea typeface="Comfortaa"/>
                <a:cs typeface="Comfortaa"/>
                <a:sym typeface="Comfortaa"/>
              </a:rPr>
              <a:t> Correct the critically low 2.93/8 service rating by providing specialized, regular training focused on communication, technology usage, and engagement skills. </a:t>
            </a:r>
            <a:endParaRPr sz="1100" dirty="0">
              <a:solidFill>
                <a:schemeClr val="dk1"/>
              </a:solidFill>
              <a:latin typeface="Comfortaa"/>
              <a:ea typeface="Comfortaa"/>
              <a:cs typeface="Comfortaa"/>
              <a:sym typeface="Comfortaa"/>
            </a:endParaRPr>
          </a:p>
          <a:p>
            <a:pPr marL="914400" marR="0" lvl="0" indent="0" algn="l" rtl="0">
              <a:lnSpc>
                <a:spcPct val="100000"/>
              </a:lnSpc>
              <a:spcBef>
                <a:spcPts val="1200"/>
              </a:spcBef>
              <a:spcAft>
                <a:spcPts val="0"/>
              </a:spcAft>
              <a:buNone/>
            </a:pPr>
            <a:endParaRPr dirty="0">
              <a:solidFill>
                <a:schemeClr val="dk1"/>
              </a:solidFill>
              <a:latin typeface="Comfortaa"/>
              <a:ea typeface="Comfortaa"/>
              <a:cs typeface="Comfortaa"/>
              <a:sym typeface="Comfortaa"/>
            </a:endParaRPr>
          </a:p>
        </p:txBody>
      </p:sp>
      <p:pic>
        <p:nvPicPr>
          <p:cNvPr id="246" name="Google Shape;246;p14" descr="Infrastructure - Free technology icons"/>
          <p:cNvPicPr preferRelativeResize="0"/>
          <p:nvPr/>
        </p:nvPicPr>
        <p:blipFill rotWithShape="1">
          <a:blip r:embed="rId3">
            <a:alphaModFix/>
          </a:blip>
          <a:srcRect/>
          <a:stretch/>
        </p:blipFill>
        <p:spPr>
          <a:xfrm>
            <a:off x="5496287" y="1169393"/>
            <a:ext cx="2804713" cy="28047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8"/>
          <p:cNvSpPr txBox="1"/>
          <p:nvPr/>
        </p:nvSpPr>
        <p:spPr>
          <a:xfrm>
            <a:off x="1080271" y="1125215"/>
            <a:ext cx="4138500" cy="2893069"/>
          </a:xfrm>
          <a:prstGeom prst="rect">
            <a:avLst/>
          </a:prstGeom>
          <a:noFill/>
          <a:ln>
            <a:noFill/>
          </a:ln>
        </p:spPr>
        <p:txBody>
          <a:bodyPr spcFirstLastPara="1" wrap="square" lIns="91425" tIns="91425" rIns="91425" bIns="91425" anchor="t" anchorCtr="0">
            <a:spAutoFit/>
          </a:bodyPr>
          <a:lstStyle/>
          <a:p>
            <a:pPr marL="457200" marR="0" lvl="0" indent="-298450" algn="l" rtl="0">
              <a:lnSpc>
                <a:spcPct val="100000"/>
              </a:lnSpc>
              <a:spcBef>
                <a:spcPts val="0"/>
              </a:spcBef>
              <a:spcAft>
                <a:spcPts val="0"/>
              </a:spcAft>
              <a:buClr>
                <a:schemeClr val="dk1"/>
              </a:buClr>
              <a:buSzPts val="1100"/>
              <a:buFont typeface="Comfortaa"/>
              <a:buChar char="●"/>
            </a:pPr>
            <a:r>
              <a:rPr lang="en" sz="1100" b="1" dirty="0">
                <a:solidFill>
                  <a:srgbClr val="1E4E79"/>
                </a:solidFill>
                <a:latin typeface="Comfortaa"/>
                <a:ea typeface="Comfortaa"/>
                <a:cs typeface="Comfortaa"/>
                <a:sym typeface="Comfortaa"/>
              </a:rPr>
              <a:t>Optimize Channel Strategy for Revenue Growth: </a:t>
            </a:r>
            <a:r>
              <a:rPr lang="en" sz="1100" dirty="0">
                <a:solidFill>
                  <a:schemeClr val="dk1"/>
                </a:solidFill>
                <a:latin typeface="Comfortaa"/>
                <a:ea typeface="Comfortaa"/>
                <a:cs typeface="Comfortaa"/>
                <a:sym typeface="Comfortaa"/>
              </a:rPr>
              <a:t>Since calls generate 79% of total revenue while chats underperform with high failure rates, the strategy must be dual-focused:.</a:t>
            </a:r>
            <a:endParaRPr sz="1100" dirty="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100" dirty="0">
              <a:solidFill>
                <a:schemeClr val="dk1"/>
              </a:solidFill>
              <a:latin typeface="Comfortaa"/>
              <a:ea typeface="Comfortaa"/>
              <a:cs typeface="Comfortaa"/>
              <a:sym typeface="Comfortaa"/>
            </a:endParaRPr>
          </a:p>
          <a:p>
            <a:pPr marL="457200" marR="0" lvl="0" indent="-298450" algn="l" rtl="0">
              <a:lnSpc>
                <a:spcPct val="100000"/>
              </a:lnSpc>
              <a:spcBef>
                <a:spcPts val="0"/>
              </a:spcBef>
              <a:spcAft>
                <a:spcPts val="0"/>
              </a:spcAft>
              <a:buClr>
                <a:schemeClr val="dk1"/>
              </a:buClr>
              <a:buSzPts val="1100"/>
              <a:buFont typeface="Comfortaa"/>
              <a:buChar char="●"/>
            </a:pPr>
            <a:r>
              <a:rPr lang="en" sz="1100" b="1" dirty="0">
                <a:solidFill>
                  <a:srgbClr val="1E4E79"/>
                </a:solidFill>
                <a:latin typeface="Comfortaa"/>
                <a:ea typeface="Comfortaa"/>
                <a:cs typeface="Comfortaa"/>
                <a:sym typeface="Comfortaa"/>
              </a:rPr>
              <a:t>Adopt AI-Powered Chatbots and Analytics Tools:</a:t>
            </a:r>
            <a:r>
              <a:rPr lang="en" sz="1100" dirty="0">
                <a:solidFill>
                  <a:schemeClr val="dk1"/>
                </a:solidFill>
                <a:latin typeface="Comfortaa"/>
                <a:ea typeface="Comfortaa"/>
                <a:cs typeface="Comfortaa"/>
                <a:sym typeface="Comfortaa"/>
              </a:rPr>
              <a:t> To combat existing manual inefficiencies in handling both calls and chats, deploy AI for initial customer interactions and sentiment analysis. </a:t>
            </a:r>
          </a:p>
          <a:p>
            <a:pPr marL="457200" marR="0" lvl="0" indent="-298450" algn="l" rtl="0">
              <a:lnSpc>
                <a:spcPct val="100000"/>
              </a:lnSpc>
              <a:spcBef>
                <a:spcPts val="0"/>
              </a:spcBef>
              <a:spcAft>
                <a:spcPts val="0"/>
              </a:spcAft>
              <a:buClr>
                <a:schemeClr val="dk1"/>
              </a:buClr>
              <a:buSzPts val="1100"/>
              <a:buFont typeface="Comfortaa"/>
              <a:buChar char="●"/>
            </a:pPr>
            <a:endParaRPr sz="1100" dirty="0">
              <a:solidFill>
                <a:schemeClr val="dk1"/>
              </a:solidFill>
              <a:latin typeface="Comfortaa"/>
              <a:ea typeface="Comfortaa"/>
              <a:cs typeface="Comfortaa"/>
              <a:sym typeface="Comfortaa"/>
            </a:endParaRPr>
          </a:p>
          <a:p>
            <a:pPr marL="457200" marR="0" lvl="0" indent="-298450" algn="l" rtl="0">
              <a:lnSpc>
                <a:spcPct val="100000"/>
              </a:lnSpc>
              <a:spcBef>
                <a:spcPts val="0"/>
              </a:spcBef>
              <a:spcAft>
                <a:spcPts val="0"/>
              </a:spcAft>
              <a:buClr>
                <a:schemeClr val="dk1"/>
              </a:buClr>
              <a:buSzPts val="1100"/>
              <a:buFont typeface="Comfortaa"/>
              <a:buChar char="●"/>
            </a:pPr>
            <a:r>
              <a:rPr lang="en" sz="1100" b="1" dirty="0">
                <a:solidFill>
                  <a:srgbClr val="1E4E79"/>
                </a:solidFill>
                <a:latin typeface="Comfortaa"/>
                <a:ea typeface="Comfortaa"/>
                <a:cs typeface="Comfortaa"/>
                <a:sym typeface="Comfortaa"/>
              </a:rPr>
              <a:t>Implement Performance-Based Incentives: </a:t>
            </a:r>
            <a:r>
              <a:rPr lang="en" sz="1100" dirty="0">
                <a:solidFill>
                  <a:schemeClr val="dk1"/>
                </a:solidFill>
                <a:latin typeface="Comfortaa"/>
                <a:ea typeface="Comfortaa"/>
                <a:cs typeface="Comfortaa"/>
                <a:sym typeface="Comfortaa"/>
              </a:rPr>
              <a:t>Address the critical workload imbalance where the top 10 agents handle 44% of total calls by introducing performance-based incentives tied to customer satisfaction and efficiency metrics. </a:t>
            </a:r>
            <a:endParaRPr sz="1100" dirty="0">
              <a:solidFill>
                <a:schemeClr val="dk1"/>
              </a:solidFill>
              <a:latin typeface="Comfortaa"/>
              <a:ea typeface="Comfortaa"/>
              <a:cs typeface="Comfortaa"/>
              <a:sym typeface="Comfortaa"/>
            </a:endParaRPr>
          </a:p>
        </p:txBody>
      </p:sp>
      <p:sp>
        <p:nvSpPr>
          <p:cNvPr id="252" name="Google Shape;252;p18"/>
          <p:cNvSpPr txBox="1"/>
          <p:nvPr/>
        </p:nvSpPr>
        <p:spPr>
          <a:xfrm>
            <a:off x="35850" y="254621"/>
            <a:ext cx="9072300" cy="48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Strategic Recommendations</a:t>
            </a:r>
            <a:endParaRPr sz="2400" b="1" i="0" u="none" strike="noStrike" cap="none">
              <a:solidFill>
                <a:srgbClr val="1E4E79"/>
              </a:solidFill>
              <a:latin typeface="Comfortaa"/>
              <a:ea typeface="Comfortaa"/>
              <a:cs typeface="Comfortaa"/>
              <a:sym typeface="Comfortaa"/>
            </a:endParaRPr>
          </a:p>
        </p:txBody>
      </p:sp>
      <p:pic>
        <p:nvPicPr>
          <p:cNvPr id="253" name="Google Shape;253;p18" descr="Top Tools for Artificial Intelligence in 2025"/>
          <p:cNvPicPr preferRelativeResize="0"/>
          <p:nvPr/>
        </p:nvPicPr>
        <p:blipFill rotWithShape="1">
          <a:blip r:embed="rId3">
            <a:alphaModFix/>
          </a:blip>
          <a:srcRect/>
          <a:stretch/>
        </p:blipFill>
        <p:spPr>
          <a:xfrm>
            <a:off x="5218771" y="1032019"/>
            <a:ext cx="3856132" cy="312219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CE7F0"/>
        </a:solidFill>
        <a:effectLst/>
      </p:bgPr>
    </p:bg>
    <p:spTree>
      <p:nvGrpSpPr>
        <p:cNvPr id="1" name="Shape 264"/>
        <p:cNvGrpSpPr/>
        <p:nvPr/>
      </p:nvGrpSpPr>
      <p:grpSpPr>
        <a:xfrm>
          <a:off x="0" y="0"/>
          <a:ext cx="0" cy="0"/>
          <a:chOff x="0" y="0"/>
          <a:chExt cx="0" cy="0"/>
        </a:xfrm>
      </p:grpSpPr>
      <p:pic>
        <p:nvPicPr>
          <p:cNvPr id="4" name="Picture 3">
            <a:extLst>
              <a:ext uri="{FF2B5EF4-FFF2-40B4-BE49-F238E27FC236}">
                <a16:creationId xmlns:a16="http://schemas.microsoft.com/office/drawing/2014/main" id="{9F57BA29-99E8-A1C0-8D73-CCB65E278A53}"/>
              </a:ext>
            </a:extLst>
          </p:cNvPr>
          <p:cNvPicPr>
            <a:picLocks noChangeAspect="1"/>
          </p:cNvPicPr>
          <p:nvPr/>
        </p:nvPicPr>
        <p:blipFill>
          <a:blip r:embed="rId3"/>
          <a:stretch>
            <a:fillRect/>
          </a:stretch>
        </p:blipFill>
        <p:spPr>
          <a:xfrm>
            <a:off x="0" y="653330"/>
            <a:ext cx="9144000" cy="3836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3"/>
          <p:cNvSpPr txBox="1"/>
          <p:nvPr/>
        </p:nvSpPr>
        <p:spPr>
          <a:xfrm>
            <a:off x="730841" y="1231343"/>
            <a:ext cx="7551387" cy="228153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chemeClr val="dk1"/>
                </a:solidFill>
                <a:latin typeface="Comfortaa"/>
                <a:ea typeface="Comfortaa"/>
                <a:cs typeface="Comfortaa"/>
                <a:sym typeface="Comfortaa"/>
              </a:rPr>
              <a:t>Summary of Findings</a:t>
            </a:r>
            <a:endParaRPr sz="13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High system failure rates and workload imbalances were key operational challenges.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Average customer satisfaction (2.93/8) indicates an urgent need for service quality improvement.</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Calls remain the primary revenue driver (79%), but chat performance lags behind.</a:t>
            </a:r>
            <a:endParaRPr sz="1200" b="0" i="0" u="none" strike="noStrike" cap="none">
              <a:solidFill>
                <a:schemeClr val="dk1"/>
              </a:solidFill>
              <a:latin typeface="Comfortaa Medium"/>
              <a:ea typeface="Comfortaa Medium"/>
              <a:cs typeface="Comfortaa Medium"/>
              <a:sym typeface="Comfortaa Medium"/>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p:txBody>
      </p:sp>
      <p:sp>
        <p:nvSpPr>
          <p:cNvPr id="271" name="Google Shape;271;p23"/>
          <p:cNvSpPr txBox="1"/>
          <p:nvPr/>
        </p:nvSpPr>
        <p:spPr>
          <a:xfrm>
            <a:off x="108175" y="76350"/>
            <a:ext cx="8897700" cy="562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2400" b="1" i="0" u="none" strike="noStrike" cap="none">
                <a:solidFill>
                  <a:srgbClr val="1E4E79"/>
                </a:solidFill>
                <a:latin typeface="Comfortaa"/>
                <a:ea typeface="Comfortaa"/>
                <a:cs typeface="Comfortaa"/>
                <a:sym typeface="Comfortaa"/>
              </a:rPr>
              <a:t>Conclusion</a:t>
            </a:r>
            <a:endParaRPr sz="2400" b="1" i="0" u="none" strike="noStrike" cap="none">
              <a:solidFill>
                <a:srgbClr val="1E4E79"/>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4"/>
          <p:cNvSpPr txBox="1"/>
          <p:nvPr/>
        </p:nvSpPr>
        <p:spPr>
          <a:xfrm>
            <a:off x="739225" y="1323441"/>
            <a:ext cx="7635600" cy="250519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omfortaa"/>
                <a:ea typeface="Comfortaa"/>
                <a:cs typeface="Comfortaa"/>
                <a:sym typeface="Comfortaa"/>
              </a:rPr>
              <a:t>Strategic Takeaways</a:t>
            </a: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Technology upgrade is essential to fix foundational inefficiencies.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Training and AI integration will empower agents to deliver consistent, high-quality service.</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Data-driven workforce management ensures optimal performance during peak hours.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Incentive-based motivation will balance workloads and enhance productivity.</a:t>
            </a:r>
            <a:endParaRPr sz="1200" b="0" i="0" u="none" strike="noStrike" cap="none">
              <a:solidFill>
                <a:schemeClr val="dk1"/>
              </a:solidFill>
              <a:latin typeface="Comfortaa Medium"/>
              <a:ea typeface="Comfortaa Medium"/>
              <a:cs typeface="Comfortaa Medium"/>
              <a:sym typeface="Comfortaa Medium"/>
            </a:endParaRPr>
          </a:p>
        </p:txBody>
      </p:sp>
      <p:sp>
        <p:nvSpPr>
          <p:cNvPr id="277" name="Google Shape;277;p24"/>
          <p:cNvSpPr txBox="1"/>
          <p:nvPr/>
        </p:nvSpPr>
        <p:spPr>
          <a:xfrm>
            <a:off x="108175" y="76350"/>
            <a:ext cx="8897700" cy="562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2400" b="1" i="0" u="none" strike="noStrike" cap="none">
                <a:solidFill>
                  <a:srgbClr val="1E4E79"/>
                </a:solidFill>
                <a:latin typeface="Comfortaa"/>
                <a:ea typeface="Comfortaa"/>
                <a:cs typeface="Comfortaa"/>
                <a:sym typeface="Comfortaa"/>
              </a:rPr>
              <a:t>Conclusion</a:t>
            </a:r>
            <a:endParaRPr sz="2400" b="1" i="0" u="none" strike="noStrike" cap="none">
              <a:solidFill>
                <a:srgbClr val="1E4E79"/>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7"/>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95" name="Google Shape;295;p27"/>
          <p:cNvSpPr txBox="1"/>
          <p:nvPr/>
        </p:nvSpPr>
        <p:spPr>
          <a:xfrm>
            <a:off x="2303450" y="4129650"/>
            <a:ext cx="4560300" cy="784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chemeClr val="dk2"/>
              </a:solidFill>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heets">
    <a:dk1>
      <a:srgbClr val="000000"/>
    </a:dk1>
    <a:lt1>
      <a:srgbClr val="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heets">
    <a:dk1>
      <a:srgbClr val="000000"/>
    </a:dk1>
    <a:lt1>
      <a:srgbClr val="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Sheets">
    <a:dk1>
      <a:srgbClr val="000000"/>
    </a:dk1>
    <a:lt1>
      <a:srgbClr val="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Facet</Template>
  <TotalTime>142</TotalTime>
  <Words>1222</Words>
  <Application>Microsoft Office PowerPoint</Application>
  <PresentationFormat>On-screen Show (16:9)</PresentationFormat>
  <Paragraphs>147</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Comfortaa</vt:lpstr>
      <vt:lpstr>Lato</vt:lpstr>
      <vt:lpstr>Calibri</vt:lpstr>
      <vt:lpstr>Arial</vt:lpstr>
      <vt:lpstr>Wingdings 3</vt:lpstr>
      <vt:lpstr>Comfortaa Medium</vt:lpstr>
      <vt:lpstr>Quantico</vt:lpstr>
      <vt:lpstr>Trebuchet MS</vt:lpstr>
      <vt:lpstr>Facet</vt:lpstr>
      <vt:lpstr>AstroSage Analysis</vt:lpstr>
      <vt:lpstr>PowerPoint Presentation</vt:lpstr>
      <vt:lpstr>PowerPoint Presentation</vt:lpstr>
      <vt:lpstr>PowerPoint Presentation</vt:lpstr>
      <vt:lpstr>Data Cleaning - Used spreadsheets functions like trim and Removing duplicates for data cleaning.  Data Enrichment - Added new variables using Date functions for better analysis .  Customer Segmentation - Used Sorting and Filtering to classify customers based on consultation type and summarizing key metrics and Identifying connection patterns across different metrics and product categories.  Visualization -:Created interactive dashboard using different charts for detailed view of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AstroSage Analysis</dc:title>
  <dc:creator>Vikas Chandrakar</dc:creator>
  <cp:lastModifiedBy>Pavan Kumar Reddy Pyla</cp:lastModifiedBy>
  <cp:revision>5</cp:revision>
  <dcterms:modified xsi:type="dcterms:W3CDTF">2025-12-02T09:55:46Z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1065711</vt:lpwstr>
  </property>
  <property fmtid="{D5CDD505-2E9C-101B-9397-08002B2CF9AE}" pid="3" name="NXPowerLiteSettings">
    <vt:lpwstr>F7000400038000</vt:lpwstr>
  </property>
  <property fmtid="{D5CDD505-2E9C-101B-9397-08002B2CF9AE}" pid="4" name="NXPowerLiteVersion">
    <vt:lpwstr>S10.9.4</vt:lpwstr>
  </property>
</Properties>
</file>